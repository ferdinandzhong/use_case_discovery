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70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Plus Jakarta Sans"/>
      <p:regular r:id="rId20"/>
      <p:bold r:id="rId21"/>
      <p:italic r:id="rId22"/>
      <p:boldItalic r:id="rId23"/>
    </p:embeddedFont>
    <p:embeddedFont>
      <p:font typeface="Google Sans"/>
      <p:regular r:id="rId24"/>
      <p:bold r:id="rId25"/>
      <p:italic r:id="rId26"/>
      <p:boldItalic r:id="rId27"/>
    </p:embeddedFont>
    <p:embeddedFont>
      <p:font typeface="Plus Jakarta Sans SemiBold"/>
      <p:regular r:id="rId28"/>
      <p:bold r:id="rId29"/>
      <p:italic r:id="rId30"/>
      <p:boldItalic r:id="rId31"/>
    </p:embeddedFont>
    <p:embeddedFont>
      <p:font typeface="Plus Jakarta Sans Medium"/>
      <p:regular r:id="rId32"/>
      <p:bold r:id="rId33"/>
      <p:italic r:id="rId34"/>
      <p:boldItalic r:id="rId35"/>
    </p:embeddedFont>
    <p:embeddedFont>
      <p:font typeface="Plus Jakarta Sans Light"/>
      <p:regular r:id="rId36"/>
      <p:bold r:id="rId37"/>
      <p:italic r:id="rId38"/>
      <p:boldItalic r:id="rId39"/>
    </p:embeddedFont>
    <p:embeddedFont>
      <p:font typeface="Ole"/>
      <p:regular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04">
          <p15:clr>
            <a:srgbClr val="A4A3A4"/>
          </p15:clr>
        </p15:guide>
        <p15:guide id="2" orient="horz" pos="1476">
          <p15:clr>
            <a:srgbClr val="A4A3A4"/>
          </p15:clr>
        </p15:guide>
        <p15:guide id="3" orient="horz" pos="804">
          <p15:clr>
            <a:srgbClr val="A4A3A4"/>
          </p15:clr>
        </p15:guide>
        <p15:guide id="4" orient="horz" pos="276">
          <p15:clr>
            <a:srgbClr val="A4A3A4"/>
          </p15:clr>
        </p15:guide>
        <p15:guide id="5" orient="horz" pos="468">
          <p15:clr>
            <a:srgbClr val="A4A3A4"/>
          </p15:clr>
        </p15:guide>
        <p15:guide id="6" pos="5712">
          <p15:clr>
            <a:srgbClr val="A4A3A4"/>
          </p15:clr>
        </p15:guide>
        <p15:guide id="7" pos="5376">
          <p15:clr>
            <a:srgbClr val="A4A3A4"/>
          </p15:clr>
        </p15:guide>
        <p15:guide id="8" pos="2880">
          <p15:clr>
            <a:srgbClr val="A4A3A4"/>
          </p15:clr>
        </p15:guide>
        <p15:guide id="9" pos="48">
          <p15:clr>
            <a:srgbClr val="A4A3A4"/>
          </p15:clr>
        </p15:guide>
        <p15:guide id="10" pos="336">
          <p15:clr>
            <a:srgbClr val="A4A3A4"/>
          </p15:clr>
        </p15:guide>
        <p15:guide id="11" pos="384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41" roundtripDataSignature="AMtx7mg1wF4rUKXDXcrgP6ThWW8FnlC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B61C18-CE59-4B88-8DB6-C4A145070D21}">
  <a:tblStyle styleId="{F8B61C18-CE59-4B88-8DB6-C4A145070D2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04" orient="horz"/>
        <p:guide pos="1476" orient="horz"/>
        <p:guide pos="804" orient="horz"/>
        <p:guide pos="276" orient="horz"/>
        <p:guide pos="468" orient="horz"/>
        <p:guide pos="5712"/>
        <p:guide pos="5376"/>
        <p:guide pos="2880"/>
        <p:guide pos="48"/>
        <p:guide pos="336"/>
        <p:guide pos="384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font" Target="fonts/PlusJakartaSans-regular.fntdata"/><Relationship Id="rId21" Type="http://schemas.openxmlformats.org/officeDocument/2006/relationships/font" Target="fonts/PlusJakartaSans-bold.fntdata"/><Relationship Id="rId22" Type="http://schemas.openxmlformats.org/officeDocument/2006/relationships/font" Target="fonts/PlusJakartaSans-italic.fntdata"/><Relationship Id="rId23" Type="http://schemas.openxmlformats.org/officeDocument/2006/relationships/font" Target="fonts/PlusJakartaSans-boldItalic.fntdata"/><Relationship Id="rId24" Type="http://schemas.openxmlformats.org/officeDocument/2006/relationships/font" Target="fonts/GoogleSans-regular.fntdata"/><Relationship Id="rId25" Type="http://schemas.openxmlformats.org/officeDocument/2006/relationships/font" Target="fonts/GoogleSans-bold.fntdata"/><Relationship Id="rId26" Type="http://schemas.openxmlformats.org/officeDocument/2006/relationships/font" Target="fonts/GoogleSans-italic.fntdata"/><Relationship Id="rId27" Type="http://schemas.openxmlformats.org/officeDocument/2006/relationships/font" Target="fonts/GoogleSans-boldItalic.fntdata"/><Relationship Id="rId28" Type="http://schemas.openxmlformats.org/officeDocument/2006/relationships/font" Target="fonts/PlusJakartaSansSemiBold-regular.fntdata"/><Relationship Id="rId29" Type="http://schemas.openxmlformats.org/officeDocument/2006/relationships/font" Target="fonts/PlusJakartaSansSemiBold-bold.fntdata"/><Relationship Id="rId30" Type="http://schemas.openxmlformats.org/officeDocument/2006/relationships/font" Target="fonts/PlusJakartaSansSemiBold-italic.fntdata"/><Relationship Id="rId31" Type="http://schemas.openxmlformats.org/officeDocument/2006/relationships/font" Target="fonts/PlusJakartaSansSemiBold-boldItalic.fntdata"/><Relationship Id="rId32" Type="http://schemas.openxmlformats.org/officeDocument/2006/relationships/font" Target="fonts/PlusJakartaSansMedium-regular.fntdata"/><Relationship Id="rId33" Type="http://schemas.openxmlformats.org/officeDocument/2006/relationships/font" Target="fonts/PlusJakartaSansMedium-bold.fntdata"/><Relationship Id="rId34" Type="http://schemas.openxmlformats.org/officeDocument/2006/relationships/font" Target="fonts/PlusJakartaSansMedium-italic.fntdata"/><Relationship Id="rId35" Type="http://schemas.openxmlformats.org/officeDocument/2006/relationships/font" Target="fonts/PlusJakartaSansMedium-boldItalic.fntdata"/><Relationship Id="rId36" Type="http://schemas.openxmlformats.org/officeDocument/2006/relationships/font" Target="fonts/PlusJakartaSansLight-regular.fntdata"/><Relationship Id="rId37" Type="http://schemas.openxmlformats.org/officeDocument/2006/relationships/font" Target="fonts/PlusJakartaSansLight-bold.fntdata"/><Relationship Id="rId38" Type="http://schemas.openxmlformats.org/officeDocument/2006/relationships/font" Target="fonts/PlusJakartaSansLight-italic.fntdata"/><Relationship Id="rId39" Type="http://schemas.openxmlformats.org/officeDocument/2006/relationships/font" Target="fonts/PlusJakartaSansLight-boldItalic.fntdata"/><Relationship Id="rId40" Type="http://schemas.openxmlformats.org/officeDocument/2006/relationships/font" Target="fonts/Ole-regular.fntdata"/><Relationship Id="rId4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Ole"/>
              <a:ea typeface="Ole"/>
              <a:cs typeface="Ole"/>
              <a:sym typeface="Ol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7" name="Google Shape;7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78" name="Google Shape;778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85" name="Google Shape;78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f66373b4a9_0_1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g3f66373b4a9_0_16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f66373b4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f66373b4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R&amp;D data is a natural fit for a graph data connectivity. Only approach for removing knowledge silos in R&amp;D, and also making the AI groundable with right context. </a:t>
            </a:r>
            <a:br>
              <a:rPr lang="en-US"/>
            </a:br>
            <a:r>
              <a:rPr lang="en-US"/>
              <a:t>Customer proof point: Abbvie ARCH graph 30 million nodes, and 2 billion relationships. All the plumbing runs on Cloudera, and Neo4j is the destination. </a:t>
            </a:r>
            <a:br>
              <a:rPr lang="en-US"/>
            </a:b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41" name="Google Shape;84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f664926ee6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g3f664926ee6_0_3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4" name="Google Shape;8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75" name="Google Shape;875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f664926ee6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f664926ee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g3f664926ee6_0_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f664926ee6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3f664926ee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g3f664926ee6_0_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f664926ee6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f664926ee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g3f664926ee6_0_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f664926ee6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f664926ee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g3f664926ee6_0_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8" name="Google Shape;9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29" name="Google Shape;929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5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33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33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17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5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Right | Twilight">
  <p:cSld name="4_Custom Layout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f66373b4a9_0_428"/>
          <p:cNvSpPr txBox="1"/>
          <p:nvPr>
            <p:ph idx="1" type="body"/>
          </p:nvPr>
        </p:nvSpPr>
        <p:spPr>
          <a:xfrm>
            <a:off x="4572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6" name="Google Shape;16;g3f66373b4a9_0_4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g3f66373b4a9_0_428"/>
          <p:cNvPicPr preferRelativeResize="0"/>
          <p:nvPr/>
        </p:nvPicPr>
        <p:blipFill rotWithShape="1">
          <a:blip r:embed="rId3">
            <a:alphaModFix/>
          </a:blip>
          <a:srcRect b="1168" l="36260" r="-4651" t="3129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f66373b4a9_0_428"/>
          <p:cNvSpPr txBox="1"/>
          <p:nvPr>
            <p:ph type="title"/>
          </p:nvPr>
        </p:nvSpPr>
        <p:spPr>
          <a:xfrm>
            <a:off x="457200" y="1908100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f66373b4a9_0_428"/>
          <p:cNvSpPr txBox="1"/>
          <p:nvPr>
            <p:ph idx="2" type="body"/>
          </p:nvPr>
        </p:nvSpPr>
        <p:spPr>
          <a:xfrm>
            <a:off x="457200" y="2604200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3f66373b4a9_0_428"/>
          <p:cNvSpPr/>
          <p:nvPr/>
        </p:nvSpPr>
        <p:spPr>
          <a:xfrm>
            <a:off x="331875" y="4801925"/>
            <a:ext cx="2404800" cy="18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" name="Google Shape;21;g3f66373b4a9_0_428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White">
  <p:cSld name="4_Custom Layout_2_1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f66373b4a9_0_436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" name="Google Shape;24;g3f66373b4a9_0_436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us Jakarta Sans"/>
              <a:buNone/>
              <a:defRPr b="0" i="0" sz="1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  <a:defRPr>
                <a:solidFill>
                  <a:srgbClr val="1F2A32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200"/>
              <a:buChar char="•"/>
              <a:defRPr>
                <a:solidFill>
                  <a:srgbClr val="4E5661"/>
                </a:solidFill>
              </a:defRPr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–"/>
              <a:defRPr>
                <a:solidFill>
                  <a:srgbClr val="4E5661"/>
                </a:solidFill>
              </a:defRPr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»"/>
              <a:defRPr>
                <a:solidFill>
                  <a:srgbClr val="4E566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g3f66373b4a9_0_436"/>
          <p:cNvSpPr/>
          <p:nvPr/>
        </p:nvSpPr>
        <p:spPr>
          <a:xfrm>
            <a:off x="529300" y="991125"/>
            <a:ext cx="1306200" cy="40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6" name="Google Shape;26;g3f66373b4a9_0_4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g3f66373b4a9_0_436"/>
          <p:cNvPicPr preferRelativeResize="0"/>
          <p:nvPr/>
        </p:nvPicPr>
        <p:blipFill rotWithShape="1">
          <a:blip r:embed="rId3">
            <a:alphaModFix/>
          </a:blip>
          <a:srcRect b="9229" l="50" r="28735" t="23653"/>
          <a:stretch/>
        </p:blipFill>
        <p:spPr>
          <a:xfrm rot="10800000">
            <a:off x="4976" y="-4300"/>
            <a:ext cx="3101374" cy="51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g3f66373b4a9_0_436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g3f66373b4a9_0_436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g3f66373b4a9_0_436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Twilight">
  <p:cSld name="4_Custom Layout_2_1_1"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66373b4a9_0_445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" name="Google Shape;33;g3f66373b4a9_0_445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f66373b4a9_0_445"/>
          <p:cNvSpPr/>
          <p:nvPr/>
        </p:nvSpPr>
        <p:spPr>
          <a:xfrm>
            <a:off x="529300" y="1027300"/>
            <a:ext cx="1306200" cy="404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5" name="Google Shape;35;g3f66373b4a9_0_4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g3f66373b4a9_0_445"/>
          <p:cNvPicPr preferRelativeResize="0"/>
          <p:nvPr/>
        </p:nvPicPr>
        <p:blipFill rotWithShape="1">
          <a:blip r:embed="rId3">
            <a:alphaModFix/>
          </a:blip>
          <a:srcRect b="9176" l="-43" r="28736" t="23552"/>
          <a:stretch/>
        </p:blipFill>
        <p:spPr>
          <a:xfrm rot="10800000">
            <a:off x="4301" y="-4301"/>
            <a:ext cx="3102049" cy="515510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g3f66373b4a9_0_445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f66373b4a9_0_445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g3f66373b4a9_0_445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| Nodes at the Bottom | Orange">
  <p:cSld name="4_Custom Layout_1_1">
    <p:bg>
      <p:bgPr>
        <a:solidFill>
          <a:schemeClr val="accen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f66373b4a9_0_454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2" name="Google Shape;42;g3f66373b4a9_0_454"/>
          <p:cNvPicPr preferRelativeResize="0"/>
          <p:nvPr/>
        </p:nvPicPr>
        <p:blipFill rotWithShape="1">
          <a:blip r:embed="rId2">
            <a:alphaModFix/>
          </a:blip>
          <a:srcRect b="3387" l="16421" r="40904" t="662"/>
          <a:stretch/>
        </p:blipFill>
        <p:spPr>
          <a:xfrm rot="5400000">
            <a:off x="2756549" y="-1247399"/>
            <a:ext cx="3630903" cy="91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g3f66373b4a9_0_454"/>
          <p:cNvSpPr/>
          <p:nvPr/>
        </p:nvSpPr>
        <p:spPr>
          <a:xfrm>
            <a:off x="150" y="1473425"/>
            <a:ext cx="9144000" cy="36309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" name="Google Shape;44;g3f66373b4a9_0_454"/>
          <p:cNvSpPr txBox="1"/>
          <p:nvPr>
            <p:ph type="title"/>
          </p:nvPr>
        </p:nvSpPr>
        <p:spPr>
          <a:xfrm>
            <a:off x="457200" y="19386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f66373b4a9_0_454"/>
          <p:cNvSpPr txBox="1"/>
          <p:nvPr>
            <p:ph idx="1" type="body"/>
          </p:nvPr>
        </p:nvSpPr>
        <p:spPr>
          <a:xfrm>
            <a:off x="457200" y="26348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6" name="Google Shape;46;g3f66373b4a9_0_4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g3f66373b4a9_0_4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86452"/>
            <a:ext cx="2321475" cy="28509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f66373b4a9_0_454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Blue Nodes on the Right">
  <p:cSld name="3_Custom Layou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f66373b4a9_0_463"/>
          <p:cNvSpPr txBox="1"/>
          <p:nvPr>
            <p:ph idx="1" type="body"/>
          </p:nvPr>
        </p:nvSpPr>
        <p:spPr>
          <a:xfrm>
            <a:off x="4572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lus Jakarta Sans"/>
              <a:buNone/>
              <a:defRPr b="0" i="0" sz="13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1" name="Google Shape;51;g3f66373b4a9_0_4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g3f66373b4a9_0_463"/>
          <p:cNvSpPr txBox="1"/>
          <p:nvPr>
            <p:ph idx="2" type="body"/>
          </p:nvPr>
        </p:nvSpPr>
        <p:spPr>
          <a:xfrm>
            <a:off x="457200" y="26042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3" name="Google Shape;53;g3f66373b4a9_0_463"/>
          <p:cNvPicPr preferRelativeResize="0"/>
          <p:nvPr/>
        </p:nvPicPr>
        <p:blipFill rotWithShape="1">
          <a:blip r:embed="rId3">
            <a:alphaModFix/>
          </a:blip>
          <a:srcRect b="1168" l="36260" r="-4651" t="3129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3f66373b4a9_0_463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" name="Google Shape;55;g3f66373b4a9_0_463"/>
          <p:cNvSpPr txBox="1"/>
          <p:nvPr>
            <p:ph type="title"/>
          </p:nvPr>
        </p:nvSpPr>
        <p:spPr>
          <a:xfrm>
            <a:off x="457200" y="19080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f66373b4a9_0_463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White ">
  <p:cSld name="30_Title and Conte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g3f66373b4a9_0_4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g3f66373b4a9_0_471"/>
          <p:cNvSpPr/>
          <p:nvPr/>
        </p:nvSpPr>
        <p:spPr>
          <a:xfrm>
            <a:off x="381000" y="209550"/>
            <a:ext cx="381000" cy="6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g3f66373b4a9_0_471"/>
          <p:cNvPicPr preferRelativeResize="0"/>
          <p:nvPr/>
        </p:nvPicPr>
        <p:blipFill rotWithShape="1">
          <a:blip r:embed="rId3">
            <a:alphaModFix/>
          </a:blip>
          <a:srcRect b="47312" l="110" r="31190" t="17598"/>
          <a:stretch/>
        </p:blipFill>
        <p:spPr>
          <a:xfrm rot="-5400000">
            <a:off x="6830600" y="238375"/>
            <a:ext cx="2567650" cy="20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f66373b4a9_0_471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2" name="Google Shape;62;g3f66373b4a9_0_471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rgbClr val="5555FA"/>
              </a:buClr>
              <a:buSzPts val="1400"/>
              <a:buFont typeface="Plus Jakarta Sans SemiBold"/>
              <a:buNone/>
              <a:defRPr i="0">
                <a:solidFill>
                  <a:srgbClr val="5555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g3f66373b4a9_0_471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3300"/>
              <a:buFont typeface="Plus Jakarta Sans"/>
              <a:buNone/>
              <a:defRPr b="0" i="0" sz="2300">
                <a:solidFill>
                  <a:srgbClr val="12004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f66373b4a9_0_471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Orange">
  <p:cSld name="38_Title and Content">
    <p:bg>
      <p:bgPr>
        <a:solidFill>
          <a:schemeClr val="accen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g3f66373b4a9_0_479"/>
          <p:cNvPicPr preferRelativeResize="0"/>
          <p:nvPr/>
        </p:nvPicPr>
        <p:blipFill rotWithShape="1">
          <a:blip r:embed="rId2">
            <a:alphaModFix/>
          </a:blip>
          <a:srcRect b="47335" l="0" r="31295" t="17801"/>
          <a:stretch/>
        </p:blipFill>
        <p:spPr>
          <a:xfrm rot="-5400000">
            <a:off x="6833599" y="250900"/>
            <a:ext cx="2561301" cy="20594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f66373b4a9_0_479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g3f66373b4a9_0_479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" name="Google Shape;69;g3f66373b4a9_0_4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0" y="4452250"/>
            <a:ext cx="1875325" cy="2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f66373b4a9_0_479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Twilight">
  <p:cSld name="44_Title and Content"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g3f66373b4a9_0_485"/>
          <p:cNvPicPr preferRelativeResize="0"/>
          <p:nvPr/>
        </p:nvPicPr>
        <p:blipFill rotWithShape="1">
          <a:blip r:embed="rId2">
            <a:alphaModFix/>
          </a:blip>
          <a:srcRect b="47183" l="0" r="31295" t="17732"/>
          <a:stretch/>
        </p:blipFill>
        <p:spPr>
          <a:xfrm rot="-5400000">
            <a:off x="6827075" y="244375"/>
            <a:ext cx="2561301" cy="20725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3f66373b4a9_0_485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g3f66373b4a9_0_485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5" name="Google Shape;75;g3f66373b4a9_0_4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f66373b4a9_0_485"/>
          <p:cNvSpPr/>
          <p:nvPr/>
        </p:nvSpPr>
        <p:spPr>
          <a:xfrm>
            <a:off x="448975" y="4762900"/>
            <a:ext cx="2303100" cy="19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7" name="Google Shape;77;g3f66373b4a9_0_485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ARY_Title &amp; Body | White">
  <p:cSld name="6_Title Only_3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66373b4a9_0_49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f66373b4a9_0_49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g3f66373b4a9_0_492"/>
          <p:cNvSpPr txBox="1"/>
          <p:nvPr>
            <p:ph idx="1" type="body"/>
          </p:nvPr>
        </p:nvSpPr>
        <p:spPr>
          <a:xfrm>
            <a:off x="457200" y="1375775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2" name="Google Shape;82;g3f66373b4a9_0_492"/>
          <p:cNvSpPr txBox="1"/>
          <p:nvPr>
            <p:ph idx="2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  <p:extLst>
    <p:ext uri="{DCECCB84-F9BA-43D5-87BE-67443E8EF086}">
      <p15:sldGuideLst>
        <p15:guide id="1" orient="horz" pos="9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ARY_Title &amp; Sub | White 1">
  <p:cSld name="6_Title Only_3_1_4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6373b4a9_0_49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f66373b4a9_0_49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f66373b4a9_0_497"/>
          <p:cNvSpPr txBox="1"/>
          <p:nvPr>
            <p:ph idx="1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Twilight">
  <p:cSld name="6_Title Only_3_1_2"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66373b4a9_0_50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f66373b4a9_0_501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g3f66373b4a9_0_501"/>
          <p:cNvSpPr txBox="1"/>
          <p:nvPr>
            <p:ph idx="1" type="body"/>
          </p:nvPr>
        </p:nvSpPr>
        <p:spPr>
          <a:xfrm>
            <a:off x="457200" y="1369992"/>
            <a:ext cx="42009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g3f66373b4a9_0_501"/>
          <p:cNvSpPr txBox="1"/>
          <p:nvPr>
            <p:ph idx="2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">
  <p:cSld name="6_Title Only_3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6373b4a9_0_506"/>
          <p:cNvSpPr txBox="1"/>
          <p:nvPr>
            <p:ph idx="1" type="body"/>
          </p:nvPr>
        </p:nvSpPr>
        <p:spPr>
          <a:xfrm>
            <a:off x="457200" y="1370000"/>
            <a:ext cx="38364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4" name="Google Shape;94;g3f66373b4a9_0_50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66373b4a9_0_50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f66373b4a9_0_506"/>
          <p:cNvSpPr txBox="1"/>
          <p:nvPr>
            <p:ph idx="2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rtl="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7" name="Google Shape;97;g3f66373b4a9_0_506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| Twilight">
  <p:cSld name="6_Title Only_3_1_1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66373b4a9_0_512"/>
          <p:cNvSpPr txBox="1"/>
          <p:nvPr>
            <p:ph idx="1" type="body"/>
          </p:nvPr>
        </p:nvSpPr>
        <p:spPr>
          <a:xfrm>
            <a:off x="457200" y="1267650"/>
            <a:ext cx="38364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g3f66373b4a9_0_51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66373b4a9_0_51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g3f66373b4a9_0_512"/>
          <p:cNvSpPr txBox="1"/>
          <p:nvPr>
            <p:ph idx="2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g3f66373b4a9_0_512"/>
          <p:cNvSpPr txBox="1"/>
          <p:nvPr>
            <p:ph idx="3" type="subTitle"/>
          </p:nvPr>
        </p:nvSpPr>
        <p:spPr>
          <a:xfrm>
            <a:off x="457200" y="631950"/>
            <a:ext cx="42477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Top Right">
  <p:cSld name="6_Title Only_2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6373b4a9_0_518"/>
          <p:cNvSpPr txBox="1"/>
          <p:nvPr>
            <p:ph idx="1" type="body"/>
          </p:nvPr>
        </p:nvSpPr>
        <p:spPr>
          <a:xfrm>
            <a:off x="457200" y="1267650"/>
            <a:ext cx="8077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g3f66373b4a9_0_51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f66373b4a9_0_51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8" name="Google Shape;108;g3f66373b4a9_0_5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f66373b4a9_0_518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body">
  <p:cSld name="6_Title Only_2_4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66373b4a9_0_52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g3f66373b4a9_0_5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f66373b4a9_0_524"/>
          <p:cNvSpPr txBox="1"/>
          <p:nvPr>
            <p:ph idx="1" type="body"/>
          </p:nvPr>
        </p:nvSpPr>
        <p:spPr>
          <a:xfrm>
            <a:off x="32323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g3f66373b4a9_0_524"/>
          <p:cNvSpPr txBox="1"/>
          <p:nvPr>
            <p:ph idx="2" type="body"/>
          </p:nvPr>
        </p:nvSpPr>
        <p:spPr>
          <a:xfrm>
            <a:off x="57457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g3f66373b4a9_0_524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">
  <p:cSld name="6_Title Only_2_4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66373b4a9_0_53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66373b4a9_0_530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f66373b4a9_0_530"/>
          <p:cNvSpPr/>
          <p:nvPr>
            <p:ph idx="2" type="pic"/>
          </p:nvPr>
        </p:nvSpPr>
        <p:spPr>
          <a:xfrm>
            <a:off x="3486875" y="487250"/>
            <a:ext cx="4138200" cy="4053300"/>
          </a:xfrm>
          <a:prstGeom prst="roundRect">
            <a:avLst>
              <a:gd fmla="val 5883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s">
  <p:cSld name="6_Title Only_2_4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66373b4a9_0_53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g3f66373b4a9_0_5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f66373b4a9_0_534"/>
          <p:cNvSpPr/>
          <p:nvPr>
            <p:ph idx="2" type="pic"/>
          </p:nvPr>
        </p:nvSpPr>
        <p:spPr>
          <a:xfrm>
            <a:off x="5630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24" name="Google Shape;124;g3f66373b4a9_0_534"/>
          <p:cNvSpPr/>
          <p:nvPr>
            <p:ph idx="3" type="pic"/>
          </p:nvPr>
        </p:nvSpPr>
        <p:spPr>
          <a:xfrm>
            <a:off x="3471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25" name="Google Shape;125;g3f66373b4a9_0_534"/>
          <p:cNvSpPr/>
          <p:nvPr>
            <p:ph idx="4" type="pic"/>
          </p:nvPr>
        </p:nvSpPr>
        <p:spPr>
          <a:xfrm>
            <a:off x="5630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26" name="Google Shape;126;g3f66373b4a9_0_534"/>
          <p:cNvSpPr/>
          <p:nvPr>
            <p:ph idx="5" type="pic"/>
          </p:nvPr>
        </p:nvSpPr>
        <p:spPr>
          <a:xfrm>
            <a:off x="3471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27" name="Google Shape;127;g3f66373b4a9_0_534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body _Twilight">
  <p:cSld name="6_Title Only_2_4_3">
    <p:bg>
      <p:bgPr>
        <a:solidFill>
          <a:schemeClr val="accent3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66373b4a9_0_54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66373b4a9_0_542"/>
          <p:cNvSpPr txBox="1"/>
          <p:nvPr>
            <p:ph idx="1" type="body"/>
          </p:nvPr>
        </p:nvSpPr>
        <p:spPr>
          <a:xfrm>
            <a:off x="32323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g3f66373b4a9_0_542"/>
          <p:cNvSpPr txBox="1"/>
          <p:nvPr>
            <p:ph idx="2" type="body"/>
          </p:nvPr>
        </p:nvSpPr>
        <p:spPr>
          <a:xfrm>
            <a:off x="57457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g3f66373b4a9_0_542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 sz="31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 1 _Twilight">
  <p:cSld name="6_Title Only_2_4_2_1">
    <p:bg>
      <p:bgPr>
        <a:solidFill>
          <a:schemeClr val="accent3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66373b4a9_0_54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f66373b4a9_0_547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3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g3f66373b4a9_0_547"/>
          <p:cNvSpPr/>
          <p:nvPr>
            <p:ph idx="2" type="pic"/>
          </p:nvPr>
        </p:nvSpPr>
        <p:spPr>
          <a:xfrm>
            <a:off x="3486875" y="487250"/>
            <a:ext cx="4138200" cy="4053300"/>
          </a:xfrm>
          <a:prstGeom prst="roundRect">
            <a:avLst>
              <a:gd fmla="val 5883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s 1  _Twilight">
  <p:cSld name="6_Title Only_2_4_1_1">
    <p:bg>
      <p:bgPr>
        <a:solidFill>
          <a:schemeClr val="accent3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66373b4a9_0_55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66373b4a9_0_551"/>
          <p:cNvSpPr/>
          <p:nvPr>
            <p:ph idx="2" type="pic"/>
          </p:nvPr>
        </p:nvSpPr>
        <p:spPr>
          <a:xfrm>
            <a:off x="5630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40" name="Google Shape;140;g3f66373b4a9_0_551"/>
          <p:cNvSpPr/>
          <p:nvPr>
            <p:ph idx="3" type="pic"/>
          </p:nvPr>
        </p:nvSpPr>
        <p:spPr>
          <a:xfrm>
            <a:off x="3471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41" name="Google Shape;141;g3f66373b4a9_0_551"/>
          <p:cNvSpPr/>
          <p:nvPr>
            <p:ph idx="4" type="pic"/>
          </p:nvPr>
        </p:nvSpPr>
        <p:spPr>
          <a:xfrm>
            <a:off x="5630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42" name="Google Shape;142;g3f66373b4a9_0_551"/>
          <p:cNvSpPr/>
          <p:nvPr>
            <p:ph idx="5" type="pic"/>
          </p:nvPr>
        </p:nvSpPr>
        <p:spPr>
          <a:xfrm>
            <a:off x="3471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43" name="Google Shape;143;g3f66373b4a9_0_551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3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Twilight">
  <p:cSld name="6_Title Only_2_3">
    <p:bg>
      <p:bgPr>
        <a:solidFill>
          <a:schemeClr val="accent3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66373b4a9_0_55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66373b4a9_0_55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f66373b4a9_0_558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White">
  <p:cSld name="6_Title Only_2_3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6373b4a9_0_56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f66373b4a9_0_56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f66373b4a9_0_562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Bottom Left">
  <p:cSld name="6_Title Only_2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f66373b4a9_0_566"/>
          <p:cNvPicPr preferRelativeResize="0"/>
          <p:nvPr/>
        </p:nvPicPr>
        <p:blipFill rotWithShape="1">
          <a:blip r:embed="rId2">
            <a:alphaModFix amt="30000"/>
          </a:blip>
          <a:srcRect b="0" l="0" r="39650" t="24294"/>
          <a:stretch/>
        </p:blipFill>
        <p:spPr>
          <a:xfrm rot="10800000">
            <a:off x="-1848" y="1080192"/>
            <a:ext cx="2431273" cy="38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f66373b4a9_0_566"/>
          <p:cNvSpPr txBox="1"/>
          <p:nvPr>
            <p:ph idx="1" type="body"/>
          </p:nvPr>
        </p:nvSpPr>
        <p:spPr>
          <a:xfrm>
            <a:off x="457200" y="1267650"/>
            <a:ext cx="8077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g3f66373b4a9_0_56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f66373b4a9_0_56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f66373b4a9_0_566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">
  <p:cSld name="6_Title Only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66373b4a9_0_572"/>
          <p:cNvSpPr txBox="1"/>
          <p:nvPr>
            <p:ph idx="1" type="body"/>
          </p:nvPr>
        </p:nvSpPr>
        <p:spPr>
          <a:xfrm>
            <a:off x="457200" y="1267650"/>
            <a:ext cx="39996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g3f66373b4a9_0_572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161" name="Google Shape;161;g3f66373b4a9_0_57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62" name="Google Shape;162;g3f66373b4a9_0_5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f66373b4a9_0_57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g3f66373b4a9_0_572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 | Twilight">
  <p:cSld name="6_Title Only_1_2"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66373b4a9_0_579"/>
          <p:cNvSpPr txBox="1"/>
          <p:nvPr>
            <p:ph idx="1" type="body"/>
          </p:nvPr>
        </p:nvSpPr>
        <p:spPr>
          <a:xfrm>
            <a:off x="457200" y="1267650"/>
            <a:ext cx="39693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g3f66373b4a9_0_579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168" name="Google Shape;168;g3f66373b4a9_0_57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f66373b4a9_0_57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g3f66373b4a9_0_579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Left">
  <p:cSld name="6_Title Only_1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66373b4a9_0_585"/>
          <p:cNvSpPr txBox="1"/>
          <p:nvPr>
            <p:ph idx="1" type="body"/>
          </p:nvPr>
        </p:nvSpPr>
        <p:spPr>
          <a:xfrm>
            <a:off x="4594200" y="1157967"/>
            <a:ext cx="37665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g3f66373b4a9_0_585"/>
          <p:cNvSpPr/>
          <p:nvPr>
            <p:ph idx="2" type="pic"/>
          </p:nvPr>
        </p:nvSpPr>
        <p:spPr>
          <a:xfrm>
            <a:off x="457200" y="1181567"/>
            <a:ext cx="4064100" cy="3261600"/>
          </a:xfrm>
          <a:prstGeom prst="roundRect">
            <a:avLst>
              <a:gd fmla="val 3945" name="adj"/>
            </a:avLst>
          </a:prstGeom>
          <a:noFill/>
          <a:ln>
            <a:noFill/>
          </a:ln>
        </p:spPr>
      </p:sp>
      <p:sp>
        <p:nvSpPr>
          <p:cNvPr id="174" name="Google Shape;174;g3f66373b4a9_0_58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f66373b4a9_0_58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g3f66373b4a9_0_585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ayout">
  <p:cSld name="10_Title 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66373b4a9_0_591"/>
          <p:cNvSpPr txBox="1"/>
          <p:nvPr>
            <p:ph idx="1" type="body"/>
          </p:nvPr>
        </p:nvSpPr>
        <p:spPr>
          <a:xfrm>
            <a:off x="453513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g3f66373b4a9_0_591"/>
          <p:cNvSpPr txBox="1"/>
          <p:nvPr>
            <p:ph idx="2" type="body"/>
          </p:nvPr>
        </p:nvSpPr>
        <p:spPr>
          <a:xfrm>
            <a:off x="3086099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g3f66373b4a9_0_591"/>
          <p:cNvSpPr txBox="1"/>
          <p:nvPr>
            <p:ph idx="3" type="body"/>
          </p:nvPr>
        </p:nvSpPr>
        <p:spPr>
          <a:xfrm>
            <a:off x="5718688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g3f66373b4a9_0_59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f66373b4a9_0_591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3f66373b4a9_0_591"/>
          <p:cNvSpPr txBox="1"/>
          <p:nvPr>
            <p:ph idx="4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ayout | Twilight">
  <p:cSld name="10_Title Only_1"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66373b4a9_0_598"/>
          <p:cNvSpPr txBox="1"/>
          <p:nvPr>
            <p:ph idx="1" type="body"/>
          </p:nvPr>
        </p:nvSpPr>
        <p:spPr>
          <a:xfrm>
            <a:off x="453513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6" name="Google Shape;186;g3f66373b4a9_0_598"/>
          <p:cNvSpPr txBox="1"/>
          <p:nvPr>
            <p:ph idx="2" type="body"/>
          </p:nvPr>
        </p:nvSpPr>
        <p:spPr>
          <a:xfrm>
            <a:off x="3086099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g3f66373b4a9_0_598"/>
          <p:cNvSpPr txBox="1"/>
          <p:nvPr>
            <p:ph idx="3" type="body"/>
          </p:nvPr>
        </p:nvSpPr>
        <p:spPr>
          <a:xfrm>
            <a:off x="5718688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g3f66373b4a9_0_59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f66373b4a9_0_59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g3f66373b4a9_0_598"/>
          <p:cNvSpPr txBox="1"/>
          <p:nvPr>
            <p:ph idx="4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2">
  <p:cSld name="7_Title Onl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66373b4a9_0_605"/>
          <p:cNvSpPr txBox="1"/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g3f66373b4a9_0_605"/>
          <p:cNvSpPr txBox="1"/>
          <p:nvPr>
            <p:ph idx="1" type="body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g3f66373b4a9_0_605"/>
          <p:cNvSpPr/>
          <p:nvPr/>
        </p:nvSpPr>
        <p:spPr>
          <a:xfrm>
            <a:off x="381000" y="897026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66373b4a9_0_60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66373b4a9_0_605"/>
          <p:cNvSpPr txBox="1"/>
          <p:nvPr>
            <p:ph idx="2" type="subTitle"/>
          </p:nvPr>
        </p:nvSpPr>
        <p:spPr>
          <a:xfrm>
            <a:off x="4267200" y="631950"/>
            <a:ext cx="46944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2 1">
  <p:cSld name="7_Title Only_2">
    <p:bg>
      <p:bgPr>
        <a:solidFill>
          <a:schemeClr val="dk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66373b4a9_0_611"/>
          <p:cNvSpPr txBox="1"/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9" name="Google Shape;199;g3f66373b4a9_0_611"/>
          <p:cNvSpPr txBox="1"/>
          <p:nvPr>
            <p:ph idx="1" type="body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g3f66373b4a9_0_61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f66373b4a9_0_611"/>
          <p:cNvSpPr txBox="1"/>
          <p:nvPr>
            <p:ph idx="2" type="subTitle"/>
          </p:nvPr>
        </p:nvSpPr>
        <p:spPr>
          <a:xfrm>
            <a:off x="4267200" y="631950"/>
            <a:ext cx="38580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Side Image Right">
  <p:cSld name="7_Title Only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66373b4a9_0_616"/>
          <p:cNvSpPr/>
          <p:nvPr>
            <p:ph idx="2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g3f66373b4a9_0_616"/>
          <p:cNvSpPr txBox="1"/>
          <p:nvPr>
            <p:ph idx="1" type="body"/>
          </p:nvPr>
        </p:nvSpPr>
        <p:spPr>
          <a:xfrm>
            <a:off x="457200" y="1267650"/>
            <a:ext cx="40257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g3f66373b4a9_0_61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f66373b4a9_0_61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g3f66373b4a9_0_616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Side Image Right | Twilight">
  <p:cSld name="7_Title Only_1_3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66373b4a9_0_622"/>
          <p:cNvSpPr/>
          <p:nvPr>
            <p:ph idx="2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g3f66373b4a9_0_622"/>
          <p:cNvSpPr txBox="1"/>
          <p:nvPr>
            <p:ph idx="1" type="body"/>
          </p:nvPr>
        </p:nvSpPr>
        <p:spPr>
          <a:xfrm>
            <a:off x="457200" y="1254859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g3f66373b4a9_0_62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f66373b4a9_0_62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" name="Google Shape;213;g3f66373b4a9_0_622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 Side Image Left">
  <p:cSld name="7_Title Only_1_2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66373b4a9_0_628"/>
          <p:cNvSpPr txBox="1"/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g3f66373b4a9_0_628"/>
          <p:cNvSpPr txBox="1"/>
          <p:nvPr>
            <p:ph idx="1" type="body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g3f66373b4a9_0_62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66373b4a9_0_628"/>
          <p:cNvSpPr/>
          <p:nvPr>
            <p:ph idx="2" type="pic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g3f66373b4a9_0_628"/>
          <p:cNvSpPr txBox="1"/>
          <p:nvPr>
            <p:ph idx="3" type="subTitle"/>
          </p:nvPr>
        </p:nvSpPr>
        <p:spPr>
          <a:xfrm>
            <a:off x="4135300" y="631950"/>
            <a:ext cx="41058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 Side Image Left | Twilight">
  <p:cSld name="7_Title Only_1_2_1"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66373b4a9_0_634"/>
          <p:cNvSpPr txBox="1"/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2" name="Google Shape;222;g3f66373b4a9_0_634"/>
          <p:cNvSpPr txBox="1"/>
          <p:nvPr>
            <p:ph idx="1" type="body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3" name="Google Shape;223;g3f66373b4a9_0_63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f66373b4a9_0_634"/>
          <p:cNvSpPr/>
          <p:nvPr>
            <p:ph idx="2" type="pic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g3f66373b4a9_0_634"/>
          <p:cNvSpPr txBox="1"/>
          <p:nvPr>
            <p:ph idx="3" type="subTitle"/>
          </p:nvPr>
        </p:nvSpPr>
        <p:spPr>
          <a:xfrm>
            <a:off x="4135300" y="631950"/>
            <a:ext cx="32031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 | White">
  <p:cSld name="7_Title Only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Google Shape;227;g3f66373b4a9_0_640"/>
          <p:cNvCxnSpPr/>
          <p:nvPr/>
        </p:nvCxnSpPr>
        <p:spPr>
          <a:xfrm rot="10800000">
            <a:off x="468509" y="3480538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g3f66373b4a9_0_640"/>
          <p:cNvSpPr txBox="1"/>
          <p:nvPr>
            <p:ph idx="1" type="body"/>
          </p:nvPr>
        </p:nvSpPr>
        <p:spPr>
          <a:xfrm>
            <a:off x="4776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rtl="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rtl="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g3f66373b4a9_0_640"/>
          <p:cNvSpPr txBox="1"/>
          <p:nvPr>
            <p:ph idx="2" type="body"/>
          </p:nvPr>
        </p:nvSpPr>
        <p:spPr>
          <a:xfrm>
            <a:off x="4776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rtl="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rtl="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g3f66373b4a9_0_640"/>
          <p:cNvSpPr txBox="1"/>
          <p:nvPr>
            <p:ph idx="3" type="body"/>
          </p:nvPr>
        </p:nvSpPr>
        <p:spPr>
          <a:xfrm>
            <a:off x="477625" y="1490884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 sz="1800"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" name="Google Shape;231;g3f66373b4a9_0_64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f66373b4a9_0_640"/>
          <p:cNvSpPr/>
          <p:nvPr>
            <p:ph idx="4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g3f66373b4a9_0_640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g3f66373b4a9_0_640"/>
          <p:cNvSpPr txBox="1"/>
          <p:nvPr>
            <p:ph idx="5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 | Twilight">
  <p:cSld name="7_Title Only_1_1_2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6" name="Google Shape;236;g3f66373b4a9_0_649"/>
          <p:cNvCxnSpPr/>
          <p:nvPr/>
        </p:nvCxnSpPr>
        <p:spPr>
          <a:xfrm rot="10800000">
            <a:off x="457195" y="3480538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g3f66373b4a9_0_649"/>
          <p:cNvSpPr txBox="1"/>
          <p:nvPr>
            <p:ph idx="1" type="body"/>
          </p:nvPr>
        </p:nvSpPr>
        <p:spPr>
          <a:xfrm>
            <a:off x="4776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g3f66373b4a9_0_649"/>
          <p:cNvSpPr txBox="1"/>
          <p:nvPr>
            <p:ph idx="2" type="body"/>
          </p:nvPr>
        </p:nvSpPr>
        <p:spPr>
          <a:xfrm>
            <a:off x="4776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g3f66373b4a9_0_649"/>
          <p:cNvSpPr txBox="1"/>
          <p:nvPr>
            <p:ph idx="3" type="body"/>
          </p:nvPr>
        </p:nvSpPr>
        <p:spPr>
          <a:xfrm>
            <a:off x="477625" y="1595988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0" name="Google Shape;240;g3f66373b4a9_0_64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f66373b4a9_0_649"/>
          <p:cNvSpPr/>
          <p:nvPr>
            <p:ph idx="4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g3f66373b4a9_0_64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g3f66373b4a9_0_649"/>
          <p:cNvSpPr txBox="1"/>
          <p:nvPr>
            <p:ph idx="5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Twilight">
  <p:cSld name="7_Title Only_1_1_1"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g3f66373b4a9_0_658"/>
          <p:cNvPicPr preferRelativeResize="0"/>
          <p:nvPr/>
        </p:nvPicPr>
        <p:blipFill rotWithShape="1">
          <a:blip r:embed="rId2">
            <a:alphaModFix/>
          </a:blip>
          <a:srcRect b="7630" l="0" r="0" t="0"/>
          <a:stretch/>
        </p:blipFill>
        <p:spPr>
          <a:xfrm>
            <a:off x="0" y="4326801"/>
            <a:ext cx="9144000" cy="75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g3f66373b4a9_0_658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g3f66373b4a9_0_658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48" name="Google Shape;248;g3f66373b4a9_0_6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g3f66373b4a9_0_658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g3f66373b4a9_0_658"/>
          <p:cNvSpPr txBox="1"/>
          <p:nvPr>
            <p:ph idx="1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1" name="Google Shape;251;g3f66373b4a9_0_658"/>
          <p:cNvSpPr txBox="1"/>
          <p:nvPr>
            <p:ph idx="2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2" name="Google Shape;252;g3f66373b4a9_0_658"/>
          <p:cNvSpPr txBox="1"/>
          <p:nvPr>
            <p:ph idx="3" type="body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3" name="Google Shape;253;g3f66373b4a9_0_65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f66373b4a9_0_658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255" name="Google Shape;255;g3f66373b4a9_0_6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Orange">
  <p:cSld name="7_Title Only_1_1_1_1">
    <p:bg>
      <p:bgPr>
        <a:solidFill>
          <a:schemeClr val="accen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g3f66373b4a9_0_6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" name="Google Shape;258;g3f66373b4a9_0_670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g3f66373b4a9_0_670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60" name="Google Shape;260;g3f66373b4a9_0_6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" name="Google Shape;261;g3f66373b4a9_0_670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g3f66373b4a9_0_670"/>
          <p:cNvSpPr txBox="1"/>
          <p:nvPr>
            <p:ph idx="1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g3f66373b4a9_0_670"/>
          <p:cNvSpPr txBox="1"/>
          <p:nvPr>
            <p:ph idx="2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g3f66373b4a9_0_670"/>
          <p:cNvSpPr txBox="1"/>
          <p:nvPr>
            <p:ph idx="3" type="body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5" name="Google Shape;265;g3f66373b4a9_0_67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f66373b4a9_0_670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267" name="Google Shape;267;g3f66373b4a9_0_6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White">
  <p:cSld name="7_Title Only_1_1_1_1_1"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g3f66373b4a9_0_682"/>
          <p:cNvPicPr preferRelativeResize="0"/>
          <p:nvPr/>
        </p:nvPicPr>
        <p:blipFill rotWithShape="1">
          <a:blip r:embed="rId2">
            <a:alphaModFix/>
          </a:blip>
          <a:srcRect b="416" l="0" r="0" t="426"/>
          <a:stretch/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0" name="Google Shape;270;g3f66373b4a9_0_682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g3f66373b4a9_0_682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72" name="Google Shape;272;g3f66373b4a9_0_6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3" name="Google Shape;273;g3f66373b4a9_0_682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g3f66373b4a9_0_682"/>
          <p:cNvSpPr txBox="1"/>
          <p:nvPr>
            <p:ph idx="1" type="body"/>
          </p:nvPr>
        </p:nvSpPr>
        <p:spPr>
          <a:xfrm>
            <a:off x="1741775" y="961075"/>
            <a:ext cx="5692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Font typeface="Plus Jakarta Sans SemiBold"/>
              <a:buNone/>
              <a:defRPr sz="2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" name="Google Shape;275;g3f66373b4a9_0_682"/>
          <p:cNvSpPr txBox="1"/>
          <p:nvPr>
            <p:ph idx="2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76" name="Google Shape;276;g3f66373b4a9_0_682"/>
          <p:cNvSpPr txBox="1"/>
          <p:nvPr>
            <p:ph idx="3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77" name="Google Shape;277;g3f66373b4a9_0_68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f66373b4a9_0_682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279" name="Google Shape;279;g3f66373b4a9_0_6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1">
  <p:cSld name="8_Title Only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66373b4a9_0_694"/>
          <p:cNvSpPr txBox="1"/>
          <p:nvPr>
            <p:ph type="title"/>
          </p:nvPr>
        </p:nvSpPr>
        <p:spPr>
          <a:xfrm>
            <a:off x="5715000" y="284250"/>
            <a:ext cx="4017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g3f66373b4a9_0_694"/>
          <p:cNvSpPr txBox="1"/>
          <p:nvPr>
            <p:ph idx="1" type="body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3" name="Google Shape;283;g3f66373b4a9_0_694"/>
          <p:cNvSpPr/>
          <p:nvPr/>
        </p:nvSpPr>
        <p:spPr>
          <a:xfrm>
            <a:off x="381000" y="0"/>
            <a:ext cx="381000" cy="102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f66373b4a9_0_694"/>
          <p:cNvSpPr/>
          <p:nvPr/>
        </p:nvSpPr>
        <p:spPr>
          <a:xfrm>
            <a:off x="381000" y="897026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f66373b4a9_0_69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f66373b4a9_0_694"/>
          <p:cNvSpPr txBox="1"/>
          <p:nvPr>
            <p:ph idx="2" type="subTitle"/>
          </p:nvPr>
        </p:nvSpPr>
        <p:spPr>
          <a:xfrm>
            <a:off x="5715000" y="631950"/>
            <a:ext cx="25428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1 1">
  <p:cSld name="8_Title Only_1">
    <p:bg>
      <p:bgPr>
        <a:solidFill>
          <a:schemeClr val="dk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66373b4a9_0_701"/>
          <p:cNvSpPr txBox="1"/>
          <p:nvPr>
            <p:ph type="title"/>
          </p:nvPr>
        </p:nvSpPr>
        <p:spPr>
          <a:xfrm>
            <a:off x="5715000" y="284250"/>
            <a:ext cx="4563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9" name="Google Shape;289;g3f66373b4a9_0_701"/>
          <p:cNvSpPr txBox="1"/>
          <p:nvPr>
            <p:ph idx="1" type="body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g3f66373b4a9_0_70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f66373b4a9_0_701"/>
          <p:cNvSpPr txBox="1"/>
          <p:nvPr>
            <p:ph idx="2" type="subTitle"/>
          </p:nvPr>
        </p:nvSpPr>
        <p:spPr>
          <a:xfrm>
            <a:off x="5715000" y="631950"/>
            <a:ext cx="25842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Background Nodes Top Right 2">
  <p:cSld name="32_Title and Content_1">
    <p:bg>
      <p:bgPr>
        <a:solidFill>
          <a:schemeClr val="accen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66373b4a9_0_706"/>
          <p:cNvSpPr txBox="1"/>
          <p:nvPr>
            <p:ph idx="1" type="body"/>
          </p:nvPr>
        </p:nvSpPr>
        <p:spPr>
          <a:xfrm>
            <a:off x="457200" y="1264922"/>
            <a:ext cx="7023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4" name="Google Shape;294;g3f66373b4a9_0_70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f66373b4a9_0_70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96" name="Google Shape;296;g3f66373b4a9_0_706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f66373b4a9_0_706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298" name="Google Shape;298;g3f66373b4a9_0_7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f66373b4a9_0_706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ilight Background Nodes Top Right 2">
  <p:cSld name="41_Title and Content_1">
    <p:bg>
      <p:bgPr>
        <a:solidFill>
          <a:schemeClr val="dk1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66373b4a9_0_714"/>
          <p:cNvSpPr txBox="1"/>
          <p:nvPr>
            <p:ph idx="1" type="body"/>
          </p:nvPr>
        </p:nvSpPr>
        <p:spPr>
          <a:xfrm>
            <a:off x="457200" y="1370025"/>
            <a:ext cx="69729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2" name="Google Shape;302;g3f66373b4a9_0_71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f66373b4a9_0_714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4" name="Google Shape;304;g3f66373b4a9_0_7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f66373b4a9_0_714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Nodes Top Right 1">
  <p:cSld name="39_Title and Content_1"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66373b4a9_0_720"/>
          <p:cNvSpPr txBox="1"/>
          <p:nvPr>
            <p:ph idx="1" type="body"/>
          </p:nvPr>
        </p:nvSpPr>
        <p:spPr>
          <a:xfrm>
            <a:off x="457200" y="1264922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8" name="Google Shape;308;g3f66373b4a9_0_720"/>
          <p:cNvSpPr txBox="1"/>
          <p:nvPr>
            <p:ph idx="11" type="ftr"/>
          </p:nvPr>
        </p:nvSpPr>
        <p:spPr>
          <a:xfrm>
            <a:off x="106675" y="4795501"/>
            <a:ext cx="6039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g3f66373b4a9_0_72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f66373b4a9_0_720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11" name="Google Shape;311;g3f66373b4a9_0_7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f66373b4a9_0_720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Nodes Top Right">
  <p:cSld name="16_Title Only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66373b4a9_0_72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f66373b4a9_0_72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g3f66373b4a9_0_727"/>
          <p:cNvSpPr txBox="1"/>
          <p:nvPr>
            <p:ph idx="1" type="body"/>
          </p:nvPr>
        </p:nvSpPr>
        <p:spPr>
          <a:xfrm>
            <a:off x="457200" y="1264922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317" name="Google Shape;317;g3f66373b4a9_0_7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f66373b4a9_0_727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ntent">
  <p:cSld name="15_Title Only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66373b4a9_0_733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1" name="Google Shape;321;g3f66373b4a9_0_73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_rounded">
  <p:cSld name="15_Title Only_1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66373b4a9_0_736"/>
          <p:cNvSpPr/>
          <p:nvPr/>
        </p:nvSpPr>
        <p:spPr>
          <a:xfrm>
            <a:off x="-20225" y="5039775"/>
            <a:ext cx="9177600" cy="10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4" name="Google Shape;324;g3f66373b4a9_0_736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25" name="Google Shape;325;g3f66373b4a9_0_7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3f66373b4a9_0_736"/>
          <p:cNvSpPr/>
          <p:nvPr>
            <p:ph idx="2" type="pic"/>
          </p:nvPr>
        </p:nvSpPr>
        <p:spPr>
          <a:xfrm>
            <a:off x="103350" y="81900"/>
            <a:ext cx="8950800" cy="4979700"/>
          </a:xfrm>
          <a:prstGeom prst="roundRect">
            <a:avLst>
              <a:gd fmla="val 3798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_bleed">
  <p:cSld name="15_Title Only_1_2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66373b4a9_0_741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29" name="Google Shape;329;g3f66373b4a9_0_7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f66373b4a9_0_741"/>
          <p:cNvSpPr/>
          <p:nvPr>
            <p:ph idx="2" type="pic"/>
          </p:nvPr>
        </p:nvSpPr>
        <p:spPr>
          <a:xfrm>
            <a:off x="-6700" y="325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logo 1">
  <p:cSld name="15_Title Only_1_1">
    <p:bg>
      <p:bgPr>
        <a:solidFill>
          <a:schemeClr val="dk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66373b4a9_0_74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title | Twilight 3">
  <p:cSld name="6_Title Only_2_3_4">
    <p:bg>
      <p:bgPr>
        <a:solidFill>
          <a:schemeClr val="accent3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66373b4a9_0_74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Twilight 3 1">
  <p:cSld name="6_Title Only_2_3_4_1">
    <p:bg>
      <p:bgPr>
        <a:solidFill>
          <a:schemeClr val="accent3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66373b4a9_0_74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f66373b4a9_0_74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g3f66373b4a9_0_749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White 1">
  <p:cSld name="4_Custom Layout_2_1_2">
    <p:bg>
      <p:bgPr>
        <a:solidFill>
          <a:schemeClr val="lt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66373b4a9_0_753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1" name="Google Shape;341;g3f66373b4a9_0_753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us Jakarta Sans"/>
              <a:buNone/>
              <a:defRPr b="0" i="0" sz="1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  <a:defRPr>
                <a:solidFill>
                  <a:srgbClr val="1F2A3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200"/>
              <a:buChar char="•"/>
              <a:defRPr>
                <a:solidFill>
                  <a:srgbClr val="4E566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–"/>
              <a:defRPr>
                <a:solidFill>
                  <a:srgbClr val="4E566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»"/>
              <a:defRPr>
                <a:solidFill>
                  <a:srgbClr val="4E566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42" name="Google Shape;342;g3f66373b4a9_0_753"/>
          <p:cNvSpPr/>
          <p:nvPr/>
        </p:nvSpPr>
        <p:spPr>
          <a:xfrm>
            <a:off x="529300" y="991125"/>
            <a:ext cx="1306200" cy="40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43" name="Google Shape;343;g3f66373b4a9_0_7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7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3f66373b4a9_0_753"/>
          <p:cNvPicPr preferRelativeResize="0"/>
          <p:nvPr/>
        </p:nvPicPr>
        <p:blipFill rotWithShape="1">
          <a:blip r:embed="rId3">
            <a:alphaModFix/>
          </a:blip>
          <a:srcRect b="9229" l="50" r="28735" t="23653"/>
          <a:stretch/>
        </p:blipFill>
        <p:spPr>
          <a:xfrm rot="10800000">
            <a:off x="4976" y="-4300"/>
            <a:ext cx="3101374" cy="51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3f66373b4a9_0_753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6" name="Google Shape;346;g3f66373b4a9_0_753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7" name="Google Shape;347;g3f66373b4a9_0_753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b="0" i="0" sz="600" u="none" cap="none" strike="noStrike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White">
  <p:cSld name="6_Title Only_3_1_5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66373b4a9_0_76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50" name="Google Shape;350;g3f66373b4a9_0_7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f66373b4a9_0_76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g3f66373b4a9_0_762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3" name="Google Shape;353;g3f66373b4a9_0_762"/>
          <p:cNvSpPr txBox="1"/>
          <p:nvPr>
            <p:ph idx="2" type="body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1">
  <p:cSld name="6_Title Only_3_1_1_2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66373b4a9_0_768"/>
          <p:cNvSpPr txBox="1"/>
          <p:nvPr>
            <p:ph idx="1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6" name="Google Shape;356;g3f66373b4a9_0_76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57" name="Google Shape;357;g3f66373b4a9_0_7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f66373b4a9_0_768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g3f66373b4a9_0_768"/>
          <p:cNvSpPr txBox="1"/>
          <p:nvPr>
            <p:ph idx="2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0" name="Google Shape;360;g3f66373b4a9_0_768"/>
          <p:cNvSpPr txBox="1"/>
          <p:nvPr>
            <p:ph idx="3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1" name="Google Shape;361;g3f66373b4a9_0_768"/>
          <p:cNvSpPr txBox="1"/>
          <p:nvPr>
            <p:ph idx="4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 1">
  <p:cSld name="6_Title Only_1_3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66373b4a9_0_776"/>
          <p:cNvSpPr txBox="1"/>
          <p:nvPr>
            <p:ph idx="1" type="body"/>
          </p:nvPr>
        </p:nvSpPr>
        <p:spPr>
          <a:xfrm>
            <a:off x="533400" y="1370000"/>
            <a:ext cx="3923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4" name="Google Shape;364;g3f66373b4a9_0_776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365" name="Google Shape;365;g3f66373b4a9_0_77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66" name="Google Shape;366;g3f66373b4a9_0_7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3f66373b4a9_0_776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g3f66373b4a9_0_776"/>
          <p:cNvSpPr txBox="1"/>
          <p:nvPr>
            <p:ph idx="3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Left 1">
  <p:cSld name="6_Title Only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66373b4a9_0_783"/>
          <p:cNvSpPr txBox="1"/>
          <p:nvPr>
            <p:ph idx="1" type="body"/>
          </p:nvPr>
        </p:nvSpPr>
        <p:spPr>
          <a:xfrm>
            <a:off x="4923250" y="1370000"/>
            <a:ext cx="37665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1" name="Google Shape;371;g3f66373b4a9_0_783"/>
          <p:cNvSpPr/>
          <p:nvPr>
            <p:ph idx="2" type="pic"/>
          </p:nvPr>
        </p:nvSpPr>
        <p:spPr>
          <a:xfrm>
            <a:off x="625675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372" name="Google Shape;372;g3f66373b4a9_0_78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73" name="Google Shape;373;g3f66373b4a9_0_7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f66373b4a9_0_783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g3f66373b4a9_0_783"/>
          <p:cNvSpPr txBox="1"/>
          <p:nvPr>
            <p:ph idx="3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White 1">
  <p:cSld name="6_Title Only_2_3_1_1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66373b4a9_0_79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78" name="Google Shape;378;g3f66373b4a9_0_7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f66373b4a9_0_79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g3f66373b4a9_0_790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Nodes Top Right 1 1">
  <p:cSld name="39_Title and Content_1_1">
    <p:bg>
      <p:bgPr>
        <a:solidFill>
          <a:schemeClr val="lt1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66373b4a9_0_795"/>
          <p:cNvSpPr txBox="1"/>
          <p:nvPr>
            <p:ph idx="1" type="body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83" name="Google Shape;383;g3f66373b4a9_0_795"/>
          <p:cNvSpPr txBox="1"/>
          <p:nvPr>
            <p:ph idx="11" type="ftr"/>
          </p:nvPr>
        </p:nvSpPr>
        <p:spPr>
          <a:xfrm>
            <a:off x="106675" y="4795501"/>
            <a:ext cx="6039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4" name="Google Shape;384;g3f66373b4a9_0_79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85" name="Google Shape;385;g3f66373b4a9_0_7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3f66373b4a9_0_795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g3f66373b4a9_0_795"/>
          <p:cNvSpPr txBox="1"/>
          <p:nvPr>
            <p:ph idx="2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88" name="Google Shape;388;g3f66373b4a9_0_7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White 1">
  <p:cSld name="6_Title Only_3_1_6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664926ee6_0_72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91" name="Google Shape;391;g3f664926ee6_0_7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3f664926ee6_0_72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g3f664926ee6_0_722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4" name="Google Shape;394;g3f664926ee6_0_722"/>
          <p:cNvSpPr txBox="1"/>
          <p:nvPr>
            <p:ph idx="2" type="body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Right | Twilight">
  <p:cSld name="4_Custom Layout">
    <p:bg>
      <p:bgPr>
        <a:solidFill>
          <a:schemeClr val="dk1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66373b4a9_0_1223"/>
          <p:cNvSpPr txBox="1"/>
          <p:nvPr>
            <p:ph idx="1" type="body"/>
          </p:nvPr>
        </p:nvSpPr>
        <p:spPr>
          <a:xfrm>
            <a:off x="4572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02" name="Google Shape;402;g3f66373b4a9_0_12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3f66373b4a9_0_1223"/>
          <p:cNvPicPr preferRelativeResize="0"/>
          <p:nvPr/>
        </p:nvPicPr>
        <p:blipFill rotWithShape="1">
          <a:blip r:embed="rId3">
            <a:alphaModFix/>
          </a:blip>
          <a:srcRect b="1168" l="36260" r="-4651" t="3129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f66373b4a9_0_1223"/>
          <p:cNvSpPr txBox="1"/>
          <p:nvPr>
            <p:ph type="title"/>
          </p:nvPr>
        </p:nvSpPr>
        <p:spPr>
          <a:xfrm>
            <a:off x="457200" y="1908100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g3f66373b4a9_0_1223"/>
          <p:cNvSpPr txBox="1"/>
          <p:nvPr>
            <p:ph idx="2" type="body"/>
          </p:nvPr>
        </p:nvSpPr>
        <p:spPr>
          <a:xfrm>
            <a:off x="457200" y="2604200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6" name="Google Shape;406;g3f66373b4a9_0_1223"/>
          <p:cNvSpPr/>
          <p:nvPr/>
        </p:nvSpPr>
        <p:spPr>
          <a:xfrm>
            <a:off x="331875" y="4801925"/>
            <a:ext cx="2404800" cy="18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7" name="Google Shape;407;g3f66373b4a9_0_1223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White">
  <p:cSld name="4_Custom Layout_2_1">
    <p:bg>
      <p:bgPr>
        <a:solidFill>
          <a:schemeClr val="lt1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66373b4a9_0_1231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0" name="Google Shape;410;g3f66373b4a9_0_1231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us Jakarta Sans"/>
              <a:buNone/>
              <a:defRPr b="0" i="0" sz="1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  <a:defRPr>
                <a:solidFill>
                  <a:srgbClr val="1F2A32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200"/>
              <a:buChar char="•"/>
              <a:defRPr>
                <a:solidFill>
                  <a:srgbClr val="4E5661"/>
                </a:solidFill>
              </a:defRPr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–"/>
              <a:defRPr>
                <a:solidFill>
                  <a:srgbClr val="4E5661"/>
                </a:solidFill>
              </a:defRPr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»"/>
              <a:defRPr>
                <a:solidFill>
                  <a:srgbClr val="4E566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11" name="Google Shape;411;g3f66373b4a9_0_1231"/>
          <p:cNvSpPr/>
          <p:nvPr/>
        </p:nvSpPr>
        <p:spPr>
          <a:xfrm>
            <a:off x="529300" y="991125"/>
            <a:ext cx="1306200" cy="40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12" name="Google Shape;412;g3f66373b4a9_0_12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g3f66373b4a9_0_1231"/>
          <p:cNvPicPr preferRelativeResize="0"/>
          <p:nvPr/>
        </p:nvPicPr>
        <p:blipFill rotWithShape="1">
          <a:blip r:embed="rId3">
            <a:alphaModFix/>
          </a:blip>
          <a:srcRect b="9229" l="50" r="28735" t="23653"/>
          <a:stretch/>
        </p:blipFill>
        <p:spPr>
          <a:xfrm rot="10800000">
            <a:off x="4976" y="-4300"/>
            <a:ext cx="3101374" cy="51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3f66373b4a9_0_1231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5" name="Google Shape;415;g3f66373b4a9_0_1231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6" name="Google Shape;416;g3f66373b4a9_0_1231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Twilight">
  <p:cSld name="4_Custom Layout_2_1_1">
    <p:bg>
      <p:bgPr>
        <a:solidFill>
          <a:schemeClr val="dk1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66373b4a9_0_1240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9" name="Google Shape;419;g3f66373b4a9_0_1240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0" name="Google Shape;420;g3f66373b4a9_0_1240"/>
          <p:cNvSpPr/>
          <p:nvPr/>
        </p:nvSpPr>
        <p:spPr>
          <a:xfrm>
            <a:off x="529300" y="1027300"/>
            <a:ext cx="1306200" cy="404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21" name="Google Shape;421;g3f66373b4a9_0_12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g3f66373b4a9_0_1240"/>
          <p:cNvPicPr preferRelativeResize="0"/>
          <p:nvPr/>
        </p:nvPicPr>
        <p:blipFill rotWithShape="1">
          <a:blip r:embed="rId3">
            <a:alphaModFix/>
          </a:blip>
          <a:srcRect b="9176" l="-43" r="28736" t="23552"/>
          <a:stretch/>
        </p:blipFill>
        <p:spPr>
          <a:xfrm rot="10800000">
            <a:off x="4301" y="-4301"/>
            <a:ext cx="3102049" cy="5155101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3f66373b4a9_0_1240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g3f66373b4a9_0_1240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5" name="Google Shape;425;g3f66373b4a9_0_1240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| Nodes at the Bottom | Orange">
  <p:cSld name="4_Custom Layout_1_1">
    <p:bg>
      <p:bgPr>
        <a:solidFill>
          <a:schemeClr val="accent1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66373b4a9_0_1249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28" name="Google Shape;428;g3f66373b4a9_0_1249"/>
          <p:cNvPicPr preferRelativeResize="0"/>
          <p:nvPr/>
        </p:nvPicPr>
        <p:blipFill rotWithShape="1">
          <a:blip r:embed="rId2">
            <a:alphaModFix/>
          </a:blip>
          <a:srcRect b="3387" l="16421" r="40904" t="662"/>
          <a:stretch/>
        </p:blipFill>
        <p:spPr>
          <a:xfrm rot="5400000">
            <a:off x="2756549" y="-1247399"/>
            <a:ext cx="3630903" cy="91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g3f66373b4a9_0_1249"/>
          <p:cNvSpPr/>
          <p:nvPr/>
        </p:nvSpPr>
        <p:spPr>
          <a:xfrm>
            <a:off x="150" y="1473425"/>
            <a:ext cx="9144000" cy="36309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0" name="Google Shape;430;g3f66373b4a9_0_1249"/>
          <p:cNvSpPr txBox="1"/>
          <p:nvPr>
            <p:ph type="title"/>
          </p:nvPr>
        </p:nvSpPr>
        <p:spPr>
          <a:xfrm>
            <a:off x="457200" y="19386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g3f66373b4a9_0_1249"/>
          <p:cNvSpPr txBox="1"/>
          <p:nvPr>
            <p:ph idx="1" type="body"/>
          </p:nvPr>
        </p:nvSpPr>
        <p:spPr>
          <a:xfrm>
            <a:off x="457200" y="26348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32" name="Google Shape;432;g3f66373b4a9_0_12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g3f66373b4a9_0_12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86452"/>
            <a:ext cx="2321475" cy="285098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g3f66373b4a9_0_1249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Blue Nodes on the Right">
  <p:cSld name="3_Custom Layout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66373b4a9_0_1258"/>
          <p:cNvSpPr txBox="1"/>
          <p:nvPr>
            <p:ph idx="1" type="body"/>
          </p:nvPr>
        </p:nvSpPr>
        <p:spPr>
          <a:xfrm>
            <a:off x="4572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lus Jakarta Sans"/>
              <a:buNone/>
              <a:defRPr b="0" i="0" sz="13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37" name="Google Shape;437;g3f66373b4a9_0_12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g3f66373b4a9_0_1258"/>
          <p:cNvSpPr txBox="1"/>
          <p:nvPr>
            <p:ph idx="2" type="body"/>
          </p:nvPr>
        </p:nvSpPr>
        <p:spPr>
          <a:xfrm>
            <a:off x="457200" y="26042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39" name="Google Shape;439;g3f66373b4a9_0_1258"/>
          <p:cNvPicPr preferRelativeResize="0"/>
          <p:nvPr/>
        </p:nvPicPr>
        <p:blipFill rotWithShape="1">
          <a:blip r:embed="rId3">
            <a:alphaModFix/>
          </a:blip>
          <a:srcRect b="1168" l="36260" r="-4651" t="3129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g3f66373b4a9_0_1258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1" name="Google Shape;441;g3f66373b4a9_0_1258"/>
          <p:cNvSpPr txBox="1"/>
          <p:nvPr>
            <p:ph type="title"/>
          </p:nvPr>
        </p:nvSpPr>
        <p:spPr>
          <a:xfrm>
            <a:off x="457200" y="19080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g3f66373b4a9_0_1258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White ">
  <p:cSld name="30_Title and Content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g3f66373b4a9_0_12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g3f66373b4a9_0_1266"/>
          <p:cNvSpPr/>
          <p:nvPr/>
        </p:nvSpPr>
        <p:spPr>
          <a:xfrm>
            <a:off x="381000" y="209550"/>
            <a:ext cx="381000" cy="6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g3f66373b4a9_0_1266"/>
          <p:cNvPicPr preferRelativeResize="0"/>
          <p:nvPr/>
        </p:nvPicPr>
        <p:blipFill rotWithShape="1">
          <a:blip r:embed="rId3">
            <a:alphaModFix/>
          </a:blip>
          <a:srcRect b="47312" l="110" r="31190" t="17598"/>
          <a:stretch/>
        </p:blipFill>
        <p:spPr>
          <a:xfrm rot="-5400000">
            <a:off x="6830600" y="238375"/>
            <a:ext cx="2567650" cy="20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g3f66373b4a9_0_1266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8" name="Google Shape;448;g3f66373b4a9_0_1266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rgbClr val="5555FA"/>
              </a:buClr>
              <a:buSzPts val="1400"/>
              <a:buFont typeface="Plus Jakarta Sans SemiBold"/>
              <a:buNone/>
              <a:defRPr i="0">
                <a:solidFill>
                  <a:srgbClr val="5555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9" name="Google Shape;449;g3f66373b4a9_0_1266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3300"/>
              <a:buFont typeface="Plus Jakarta Sans"/>
              <a:buNone/>
              <a:defRPr b="0" i="0" sz="2300">
                <a:solidFill>
                  <a:srgbClr val="12004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g3f66373b4a9_0_1266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Orange">
  <p:cSld name="38_Title and Content">
    <p:bg>
      <p:bgPr>
        <a:solidFill>
          <a:schemeClr val="accent1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g3f66373b4a9_0_1274"/>
          <p:cNvPicPr preferRelativeResize="0"/>
          <p:nvPr/>
        </p:nvPicPr>
        <p:blipFill rotWithShape="1">
          <a:blip r:embed="rId2">
            <a:alphaModFix/>
          </a:blip>
          <a:srcRect b="47335" l="0" r="31295" t="17801"/>
          <a:stretch/>
        </p:blipFill>
        <p:spPr>
          <a:xfrm rot="-5400000">
            <a:off x="6833599" y="250900"/>
            <a:ext cx="2561301" cy="2059499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g3f66373b4a9_0_1274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4" name="Google Shape;454;g3f66373b4a9_0_1274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55" name="Google Shape;455;g3f66373b4a9_0_12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0" y="4452250"/>
            <a:ext cx="1875325" cy="2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g3f66373b4a9_0_1274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Twilight">
  <p:cSld name="44_Title and Content">
    <p:bg>
      <p:bgPr>
        <a:solidFill>
          <a:schemeClr val="dk1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g3f66373b4a9_0_1280"/>
          <p:cNvPicPr preferRelativeResize="0"/>
          <p:nvPr/>
        </p:nvPicPr>
        <p:blipFill rotWithShape="1">
          <a:blip r:embed="rId2">
            <a:alphaModFix/>
          </a:blip>
          <a:srcRect b="47183" l="0" r="31295" t="17732"/>
          <a:stretch/>
        </p:blipFill>
        <p:spPr>
          <a:xfrm rot="-5400000">
            <a:off x="6827075" y="244375"/>
            <a:ext cx="2561301" cy="207255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g3f66373b4a9_0_1280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0" name="Google Shape;460;g3f66373b4a9_0_1280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61" name="Google Shape;461;g3f66373b4a9_0_12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g3f66373b4a9_0_1280"/>
          <p:cNvSpPr/>
          <p:nvPr/>
        </p:nvSpPr>
        <p:spPr>
          <a:xfrm>
            <a:off x="448975" y="4762900"/>
            <a:ext cx="2303100" cy="19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3" name="Google Shape;463;g3f66373b4a9_0_1280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ARY_Title &amp; Body | White">
  <p:cSld name="6_Title Only_3_1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66373b4a9_0_128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f66373b4a9_0_128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g3f66373b4a9_0_1287"/>
          <p:cNvSpPr txBox="1"/>
          <p:nvPr>
            <p:ph idx="1" type="body"/>
          </p:nvPr>
        </p:nvSpPr>
        <p:spPr>
          <a:xfrm>
            <a:off x="457200" y="1375775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68" name="Google Shape;468;g3f66373b4a9_0_1287"/>
          <p:cNvSpPr txBox="1"/>
          <p:nvPr>
            <p:ph idx="2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  <p:extLst>
    <p:ext uri="{DCECCB84-F9BA-43D5-87BE-67443E8EF086}">
      <p15:sldGuideLst>
        <p15:guide id="1" orient="horz" pos="954">
          <p15:clr>
            <a:srgbClr val="E46962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ARY_Title &amp; Sub | White 1">
  <p:cSld name="6_Title Only_3_1_4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66373b4a9_0_129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f66373b4a9_0_129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g3f66373b4a9_0_1292"/>
          <p:cNvSpPr txBox="1"/>
          <p:nvPr>
            <p:ph idx="1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Twilight">
  <p:cSld name="6_Title Only_3_1_2">
    <p:bg>
      <p:bgPr>
        <a:solidFill>
          <a:schemeClr val="dk1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66373b4a9_0_129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3f66373b4a9_0_129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6" name="Google Shape;476;g3f66373b4a9_0_1296"/>
          <p:cNvSpPr txBox="1"/>
          <p:nvPr>
            <p:ph idx="1" type="body"/>
          </p:nvPr>
        </p:nvSpPr>
        <p:spPr>
          <a:xfrm>
            <a:off x="457200" y="1369992"/>
            <a:ext cx="42009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7" name="Google Shape;477;g3f66373b4a9_0_1296"/>
          <p:cNvSpPr txBox="1"/>
          <p:nvPr>
            <p:ph idx="2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">
  <p:cSld name="6_Title Only_3_1_1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66373b4a9_0_1301"/>
          <p:cNvSpPr txBox="1"/>
          <p:nvPr>
            <p:ph idx="1" type="body"/>
          </p:nvPr>
        </p:nvSpPr>
        <p:spPr>
          <a:xfrm>
            <a:off x="457200" y="1370000"/>
            <a:ext cx="38364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80" name="Google Shape;480;g3f66373b4a9_0_130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f66373b4a9_0_1301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g3f66373b4a9_0_1301"/>
          <p:cNvSpPr txBox="1"/>
          <p:nvPr>
            <p:ph idx="2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rtl="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83" name="Google Shape;483;g3f66373b4a9_0_1301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| Twilight">
  <p:cSld name="6_Title Only_3_1_1_1">
    <p:bg>
      <p:bgPr>
        <a:solidFill>
          <a:schemeClr val="dk1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66373b4a9_0_1307"/>
          <p:cNvSpPr txBox="1"/>
          <p:nvPr>
            <p:ph idx="1" type="body"/>
          </p:nvPr>
        </p:nvSpPr>
        <p:spPr>
          <a:xfrm>
            <a:off x="457200" y="1267650"/>
            <a:ext cx="38364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6" name="Google Shape;486;g3f66373b4a9_0_130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f66373b4a9_0_130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8" name="Google Shape;488;g3f66373b4a9_0_1307"/>
          <p:cNvSpPr txBox="1"/>
          <p:nvPr>
            <p:ph idx="2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9" name="Google Shape;489;g3f66373b4a9_0_1307"/>
          <p:cNvSpPr txBox="1"/>
          <p:nvPr>
            <p:ph idx="3" type="subTitle"/>
          </p:nvPr>
        </p:nvSpPr>
        <p:spPr>
          <a:xfrm>
            <a:off x="457200" y="631950"/>
            <a:ext cx="42477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Top Right">
  <p:cSld name="6_Title Only_2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f66373b4a9_0_1313"/>
          <p:cNvSpPr txBox="1"/>
          <p:nvPr>
            <p:ph idx="1" type="body"/>
          </p:nvPr>
        </p:nvSpPr>
        <p:spPr>
          <a:xfrm>
            <a:off x="457200" y="1267650"/>
            <a:ext cx="8077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2" name="Google Shape;492;g3f66373b4a9_0_131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f66373b4a9_0_131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94" name="Google Shape;494;g3f66373b4a9_0_13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g3f66373b4a9_0_1313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body">
  <p:cSld name="6_Title Only_2_4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f66373b4a9_0_131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8" name="Google Shape;498;g3f66373b4a9_0_13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g3f66373b4a9_0_1319"/>
          <p:cNvSpPr txBox="1"/>
          <p:nvPr>
            <p:ph idx="1" type="body"/>
          </p:nvPr>
        </p:nvSpPr>
        <p:spPr>
          <a:xfrm>
            <a:off x="32323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0" name="Google Shape;500;g3f66373b4a9_0_1319"/>
          <p:cNvSpPr txBox="1"/>
          <p:nvPr>
            <p:ph idx="2" type="body"/>
          </p:nvPr>
        </p:nvSpPr>
        <p:spPr>
          <a:xfrm>
            <a:off x="57457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1" name="Google Shape;501;g3f66373b4a9_0_1319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">
  <p:cSld name="6_Title Only_2_4_2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66373b4a9_0_132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f66373b4a9_0_1325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g3f66373b4a9_0_1325"/>
          <p:cNvSpPr/>
          <p:nvPr>
            <p:ph idx="2" type="pic"/>
          </p:nvPr>
        </p:nvSpPr>
        <p:spPr>
          <a:xfrm>
            <a:off x="3486875" y="487250"/>
            <a:ext cx="4138200" cy="4053300"/>
          </a:xfrm>
          <a:prstGeom prst="roundRect">
            <a:avLst>
              <a:gd fmla="val 5883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s">
  <p:cSld name="6_Title Only_2_4_1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66373b4a9_0_132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8" name="Google Shape;508;g3f66373b4a9_0_13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g3f66373b4a9_0_1329"/>
          <p:cNvSpPr/>
          <p:nvPr>
            <p:ph idx="2" type="pic"/>
          </p:nvPr>
        </p:nvSpPr>
        <p:spPr>
          <a:xfrm>
            <a:off x="5630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510" name="Google Shape;510;g3f66373b4a9_0_1329"/>
          <p:cNvSpPr/>
          <p:nvPr>
            <p:ph idx="3" type="pic"/>
          </p:nvPr>
        </p:nvSpPr>
        <p:spPr>
          <a:xfrm>
            <a:off x="3471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511" name="Google Shape;511;g3f66373b4a9_0_1329"/>
          <p:cNvSpPr/>
          <p:nvPr>
            <p:ph idx="4" type="pic"/>
          </p:nvPr>
        </p:nvSpPr>
        <p:spPr>
          <a:xfrm>
            <a:off x="5630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512" name="Google Shape;512;g3f66373b4a9_0_1329"/>
          <p:cNvSpPr/>
          <p:nvPr>
            <p:ph idx="5" type="pic"/>
          </p:nvPr>
        </p:nvSpPr>
        <p:spPr>
          <a:xfrm>
            <a:off x="3471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513" name="Google Shape;513;g3f66373b4a9_0_1329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body _Twilight">
  <p:cSld name="6_Title Only_2_4_3">
    <p:bg>
      <p:bgPr>
        <a:solidFill>
          <a:schemeClr val="accent3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66373b4a9_0_133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f66373b4a9_0_1337"/>
          <p:cNvSpPr txBox="1"/>
          <p:nvPr>
            <p:ph idx="1" type="body"/>
          </p:nvPr>
        </p:nvSpPr>
        <p:spPr>
          <a:xfrm>
            <a:off x="32323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7" name="Google Shape;517;g3f66373b4a9_0_1337"/>
          <p:cNvSpPr txBox="1"/>
          <p:nvPr>
            <p:ph idx="2" type="body"/>
          </p:nvPr>
        </p:nvSpPr>
        <p:spPr>
          <a:xfrm>
            <a:off x="57457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8" name="Google Shape;518;g3f66373b4a9_0_1337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 sz="31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 1 _Twilight">
  <p:cSld name="6_Title Only_2_4_2_1">
    <p:bg>
      <p:bgPr>
        <a:solidFill>
          <a:schemeClr val="accent3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f66373b4a9_0_134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3f66373b4a9_0_1342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3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2" name="Google Shape;522;g3f66373b4a9_0_1342"/>
          <p:cNvSpPr/>
          <p:nvPr>
            <p:ph idx="2" type="pic"/>
          </p:nvPr>
        </p:nvSpPr>
        <p:spPr>
          <a:xfrm>
            <a:off x="3486875" y="487250"/>
            <a:ext cx="4138200" cy="4053300"/>
          </a:xfrm>
          <a:prstGeom prst="roundRect">
            <a:avLst>
              <a:gd fmla="val 5883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s 1  _Twilight">
  <p:cSld name="6_Title Only_2_4_1_1">
    <p:bg>
      <p:bgPr>
        <a:solidFill>
          <a:schemeClr val="accent3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66373b4a9_0_134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f66373b4a9_0_1346"/>
          <p:cNvSpPr/>
          <p:nvPr>
            <p:ph idx="2" type="pic"/>
          </p:nvPr>
        </p:nvSpPr>
        <p:spPr>
          <a:xfrm>
            <a:off x="5630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526" name="Google Shape;526;g3f66373b4a9_0_1346"/>
          <p:cNvSpPr/>
          <p:nvPr>
            <p:ph idx="3" type="pic"/>
          </p:nvPr>
        </p:nvSpPr>
        <p:spPr>
          <a:xfrm>
            <a:off x="3471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527" name="Google Shape;527;g3f66373b4a9_0_1346"/>
          <p:cNvSpPr/>
          <p:nvPr>
            <p:ph idx="4" type="pic"/>
          </p:nvPr>
        </p:nvSpPr>
        <p:spPr>
          <a:xfrm>
            <a:off x="5630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528" name="Google Shape;528;g3f66373b4a9_0_1346"/>
          <p:cNvSpPr/>
          <p:nvPr>
            <p:ph idx="5" type="pic"/>
          </p:nvPr>
        </p:nvSpPr>
        <p:spPr>
          <a:xfrm>
            <a:off x="3471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529" name="Google Shape;529;g3f66373b4a9_0_1346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3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Twilight">
  <p:cSld name="6_Title Only_2_3">
    <p:bg>
      <p:bgPr>
        <a:solidFill>
          <a:schemeClr val="accent3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66373b4a9_0_135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3f66373b4a9_0_135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3" name="Google Shape;533;g3f66373b4a9_0_1353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White">
  <p:cSld name="6_Title Only_2_3_1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66373b4a9_0_135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3f66373b4a9_0_135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7" name="Google Shape;537;g3f66373b4a9_0_1357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Bottom Left">
  <p:cSld name="6_Title Only_2_1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g3f66373b4a9_0_1361"/>
          <p:cNvPicPr preferRelativeResize="0"/>
          <p:nvPr/>
        </p:nvPicPr>
        <p:blipFill rotWithShape="1">
          <a:blip r:embed="rId2">
            <a:alphaModFix amt="30000"/>
          </a:blip>
          <a:srcRect b="0" l="0" r="39650" t="24294"/>
          <a:stretch/>
        </p:blipFill>
        <p:spPr>
          <a:xfrm rot="10800000">
            <a:off x="-1848" y="1080192"/>
            <a:ext cx="2431273" cy="38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g3f66373b4a9_0_1361"/>
          <p:cNvSpPr txBox="1"/>
          <p:nvPr>
            <p:ph idx="1" type="body"/>
          </p:nvPr>
        </p:nvSpPr>
        <p:spPr>
          <a:xfrm>
            <a:off x="457200" y="1267650"/>
            <a:ext cx="8077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1" name="Google Shape;541;g3f66373b4a9_0_136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f66373b4a9_0_1361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g3f66373b4a9_0_1361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">
  <p:cSld name="6_Title Only_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66373b4a9_0_1367"/>
          <p:cNvSpPr txBox="1"/>
          <p:nvPr>
            <p:ph idx="1" type="body"/>
          </p:nvPr>
        </p:nvSpPr>
        <p:spPr>
          <a:xfrm>
            <a:off x="457200" y="1267650"/>
            <a:ext cx="39996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6" name="Google Shape;546;g3f66373b4a9_0_1367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547" name="Google Shape;547;g3f66373b4a9_0_136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48" name="Google Shape;548;g3f66373b4a9_0_13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g3f66373b4a9_0_136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0" name="Google Shape;550;g3f66373b4a9_0_1367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 | Twilight">
  <p:cSld name="6_Title Only_1_2">
    <p:bg>
      <p:bgPr>
        <a:solidFill>
          <a:schemeClr val="dk1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66373b4a9_0_1374"/>
          <p:cNvSpPr txBox="1"/>
          <p:nvPr>
            <p:ph idx="1" type="body"/>
          </p:nvPr>
        </p:nvSpPr>
        <p:spPr>
          <a:xfrm>
            <a:off x="457200" y="1267650"/>
            <a:ext cx="39693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3" name="Google Shape;553;g3f66373b4a9_0_1374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554" name="Google Shape;554;g3f66373b4a9_0_137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g3f66373b4a9_0_1374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6" name="Google Shape;556;g3f66373b4a9_0_1374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Left">
  <p:cSld name="6_Title Only_1_1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f66373b4a9_0_1380"/>
          <p:cNvSpPr txBox="1"/>
          <p:nvPr>
            <p:ph idx="1" type="body"/>
          </p:nvPr>
        </p:nvSpPr>
        <p:spPr>
          <a:xfrm>
            <a:off x="4594200" y="1157967"/>
            <a:ext cx="37665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9" name="Google Shape;559;g3f66373b4a9_0_1380"/>
          <p:cNvSpPr/>
          <p:nvPr>
            <p:ph idx="2" type="pic"/>
          </p:nvPr>
        </p:nvSpPr>
        <p:spPr>
          <a:xfrm>
            <a:off x="457200" y="1181567"/>
            <a:ext cx="4064100" cy="3261600"/>
          </a:xfrm>
          <a:prstGeom prst="roundRect">
            <a:avLst>
              <a:gd fmla="val 3945" name="adj"/>
            </a:avLst>
          </a:prstGeom>
          <a:noFill/>
          <a:ln>
            <a:noFill/>
          </a:ln>
        </p:spPr>
      </p:sp>
      <p:sp>
        <p:nvSpPr>
          <p:cNvPr id="560" name="Google Shape;560;g3f66373b4a9_0_138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3f66373b4a9_0_1380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2" name="Google Shape;562;g3f66373b4a9_0_1380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ayout">
  <p:cSld name="10_Title Only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66373b4a9_0_1386"/>
          <p:cNvSpPr txBox="1"/>
          <p:nvPr>
            <p:ph idx="1" type="body"/>
          </p:nvPr>
        </p:nvSpPr>
        <p:spPr>
          <a:xfrm>
            <a:off x="453513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5" name="Google Shape;565;g3f66373b4a9_0_1386"/>
          <p:cNvSpPr txBox="1"/>
          <p:nvPr>
            <p:ph idx="2" type="body"/>
          </p:nvPr>
        </p:nvSpPr>
        <p:spPr>
          <a:xfrm>
            <a:off x="3086099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6" name="Google Shape;566;g3f66373b4a9_0_1386"/>
          <p:cNvSpPr txBox="1"/>
          <p:nvPr>
            <p:ph idx="3" type="body"/>
          </p:nvPr>
        </p:nvSpPr>
        <p:spPr>
          <a:xfrm>
            <a:off x="5718688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7" name="Google Shape;567;g3f66373b4a9_0_138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3f66373b4a9_0_138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9" name="Google Shape;569;g3f66373b4a9_0_1386"/>
          <p:cNvSpPr txBox="1"/>
          <p:nvPr>
            <p:ph idx="4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ayout | Twilight">
  <p:cSld name="10_Title Only_1">
    <p:bg>
      <p:bgPr>
        <a:solidFill>
          <a:schemeClr val="dk1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f66373b4a9_0_1393"/>
          <p:cNvSpPr txBox="1"/>
          <p:nvPr>
            <p:ph idx="1" type="body"/>
          </p:nvPr>
        </p:nvSpPr>
        <p:spPr>
          <a:xfrm>
            <a:off x="453513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2" name="Google Shape;572;g3f66373b4a9_0_1393"/>
          <p:cNvSpPr txBox="1"/>
          <p:nvPr>
            <p:ph idx="2" type="body"/>
          </p:nvPr>
        </p:nvSpPr>
        <p:spPr>
          <a:xfrm>
            <a:off x="3086099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3" name="Google Shape;573;g3f66373b4a9_0_1393"/>
          <p:cNvSpPr txBox="1"/>
          <p:nvPr>
            <p:ph idx="3" type="body"/>
          </p:nvPr>
        </p:nvSpPr>
        <p:spPr>
          <a:xfrm>
            <a:off x="5718688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4" name="Google Shape;574;g3f66373b4a9_0_139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f66373b4a9_0_139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6" name="Google Shape;576;g3f66373b4a9_0_1393"/>
          <p:cNvSpPr txBox="1"/>
          <p:nvPr>
            <p:ph idx="4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2">
  <p:cSld name="7_Title Only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f66373b4a9_0_1400"/>
          <p:cNvSpPr txBox="1"/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9" name="Google Shape;579;g3f66373b4a9_0_1400"/>
          <p:cNvSpPr txBox="1"/>
          <p:nvPr>
            <p:ph idx="1" type="body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0" name="Google Shape;580;g3f66373b4a9_0_1400"/>
          <p:cNvSpPr/>
          <p:nvPr/>
        </p:nvSpPr>
        <p:spPr>
          <a:xfrm>
            <a:off x="381000" y="897026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f66373b4a9_0_140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f66373b4a9_0_1400"/>
          <p:cNvSpPr txBox="1"/>
          <p:nvPr>
            <p:ph idx="2" type="subTitle"/>
          </p:nvPr>
        </p:nvSpPr>
        <p:spPr>
          <a:xfrm>
            <a:off x="4267200" y="631950"/>
            <a:ext cx="46944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2 1">
  <p:cSld name="7_Title Only_2">
    <p:bg>
      <p:bgPr>
        <a:solidFill>
          <a:schemeClr val="dk1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f66373b4a9_0_1406"/>
          <p:cNvSpPr txBox="1"/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5" name="Google Shape;585;g3f66373b4a9_0_1406"/>
          <p:cNvSpPr txBox="1"/>
          <p:nvPr>
            <p:ph idx="1" type="body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6" name="Google Shape;586;g3f66373b4a9_0_140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g3f66373b4a9_0_1406"/>
          <p:cNvSpPr txBox="1"/>
          <p:nvPr>
            <p:ph idx="2" type="subTitle"/>
          </p:nvPr>
        </p:nvSpPr>
        <p:spPr>
          <a:xfrm>
            <a:off x="4267200" y="631950"/>
            <a:ext cx="38580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Side Image Right">
  <p:cSld name="7_Title Only_1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f66373b4a9_0_1411"/>
          <p:cNvSpPr/>
          <p:nvPr>
            <p:ph idx="2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g3f66373b4a9_0_1411"/>
          <p:cNvSpPr txBox="1"/>
          <p:nvPr>
            <p:ph idx="1" type="body"/>
          </p:nvPr>
        </p:nvSpPr>
        <p:spPr>
          <a:xfrm>
            <a:off x="457200" y="1267650"/>
            <a:ext cx="40257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1" name="Google Shape;591;g3f66373b4a9_0_141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3f66373b4a9_0_1411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g3f66373b4a9_0_1411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Side Image Right | Twilight">
  <p:cSld name="7_Title Only_1_3">
    <p:bg>
      <p:bgPr>
        <a:solidFill>
          <a:schemeClr val="dk1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66373b4a9_0_1417"/>
          <p:cNvSpPr/>
          <p:nvPr>
            <p:ph idx="2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g3f66373b4a9_0_1417"/>
          <p:cNvSpPr txBox="1"/>
          <p:nvPr>
            <p:ph idx="1" type="body"/>
          </p:nvPr>
        </p:nvSpPr>
        <p:spPr>
          <a:xfrm>
            <a:off x="457200" y="1254859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7" name="Google Shape;597;g3f66373b4a9_0_141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3f66373b4a9_0_141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9" name="Google Shape;599;g3f66373b4a9_0_1417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 Side Image Left">
  <p:cSld name="7_Title Only_1_2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f66373b4a9_0_1423"/>
          <p:cNvSpPr txBox="1"/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2" name="Google Shape;602;g3f66373b4a9_0_1423"/>
          <p:cNvSpPr txBox="1"/>
          <p:nvPr>
            <p:ph idx="1" type="body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3" name="Google Shape;603;g3f66373b4a9_0_142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3f66373b4a9_0_1423"/>
          <p:cNvSpPr/>
          <p:nvPr>
            <p:ph idx="2" type="pic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g3f66373b4a9_0_1423"/>
          <p:cNvSpPr txBox="1"/>
          <p:nvPr>
            <p:ph idx="3" type="subTitle"/>
          </p:nvPr>
        </p:nvSpPr>
        <p:spPr>
          <a:xfrm>
            <a:off x="4135300" y="631950"/>
            <a:ext cx="41058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 Side Image Left | Twilight">
  <p:cSld name="7_Title Only_1_2_1">
    <p:bg>
      <p:bgPr>
        <a:solidFill>
          <a:schemeClr val="dk1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66373b4a9_0_1429"/>
          <p:cNvSpPr txBox="1"/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8" name="Google Shape;608;g3f66373b4a9_0_1429"/>
          <p:cNvSpPr txBox="1"/>
          <p:nvPr>
            <p:ph idx="1" type="body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9" name="Google Shape;609;g3f66373b4a9_0_142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3f66373b4a9_0_1429"/>
          <p:cNvSpPr/>
          <p:nvPr>
            <p:ph idx="2" type="pic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g3f66373b4a9_0_1429"/>
          <p:cNvSpPr txBox="1"/>
          <p:nvPr>
            <p:ph idx="3" type="subTitle"/>
          </p:nvPr>
        </p:nvSpPr>
        <p:spPr>
          <a:xfrm>
            <a:off x="4135300" y="631950"/>
            <a:ext cx="32031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 | White">
  <p:cSld name="7_Title Only_1_1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3" name="Google Shape;613;g3f66373b4a9_0_1435"/>
          <p:cNvCxnSpPr/>
          <p:nvPr/>
        </p:nvCxnSpPr>
        <p:spPr>
          <a:xfrm rot="10800000">
            <a:off x="468509" y="3480538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4" name="Google Shape;614;g3f66373b4a9_0_1435"/>
          <p:cNvSpPr txBox="1"/>
          <p:nvPr>
            <p:ph idx="1" type="body"/>
          </p:nvPr>
        </p:nvSpPr>
        <p:spPr>
          <a:xfrm>
            <a:off x="4776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rtl="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rtl="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5" name="Google Shape;615;g3f66373b4a9_0_1435"/>
          <p:cNvSpPr txBox="1"/>
          <p:nvPr>
            <p:ph idx="2" type="body"/>
          </p:nvPr>
        </p:nvSpPr>
        <p:spPr>
          <a:xfrm>
            <a:off x="4776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rtl="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rtl="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6" name="Google Shape;616;g3f66373b4a9_0_1435"/>
          <p:cNvSpPr txBox="1"/>
          <p:nvPr>
            <p:ph idx="3" type="body"/>
          </p:nvPr>
        </p:nvSpPr>
        <p:spPr>
          <a:xfrm>
            <a:off x="477625" y="1490884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 sz="1800"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7" name="Google Shape;617;g3f66373b4a9_0_143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3f66373b4a9_0_1435"/>
          <p:cNvSpPr/>
          <p:nvPr>
            <p:ph idx="4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619" name="Google Shape;619;g3f66373b4a9_0_143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0" name="Google Shape;620;g3f66373b4a9_0_1435"/>
          <p:cNvSpPr txBox="1"/>
          <p:nvPr>
            <p:ph idx="5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 | Twilight">
  <p:cSld name="7_Title Only_1_1_2">
    <p:bg>
      <p:bgPr>
        <a:solidFill>
          <a:schemeClr val="dk1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2" name="Google Shape;622;g3f66373b4a9_0_1444"/>
          <p:cNvCxnSpPr/>
          <p:nvPr/>
        </p:nvCxnSpPr>
        <p:spPr>
          <a:xfrm rot="10800000">
            <a:off x="457195" y="3480538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3" name="Google Shape;623;g3f66373b4a9_0_1444"/>
          <p:cNvSpPr txBox="1"/>
          <p:nvPr>
            <p:ph idx="1" type="body"/>
          </p:nvPr>
        </p:nvSpPr>
        <p:spPr>
          <a:xfrm>
            <a:off x="4776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4" name="Google Shape;624;g3f66373b4a9_0_1444"/>
          <p:cNvSpPr txBox="1"/>
          <p:nvPr>
            <p:ph idx="2" type="body"/>
          </p:nvPr>
        </p:nvSpPr>
        <p:spPr>
          <a:xfrm>
            <a:off x="4776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5" name="Google Shape;625;g3f66373b4a9_0_1444"/>
          <p:cNvSpPr txBox="1"/>
          <p:nvPr>
            <p:ph idx="3" type="body"/>
          </p:nvPr>
        </p:nvSpPr>
        <p:spPr>
          <a:xfrm>
            <a:off x="477625" y="1595988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6" name="Google Shape;626;g3f66373b4a9_0_144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g3f66373b4a9_0_1444"/>
          <p:cNvSpPr/>
          <p:nvPr>
            <p:ph idx="4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628" name="Google Shape;628;g3f66373b4a9_0_1444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9" name="Google Shape;629;g3f66373b4a9_0_1444"/>
          <p:cNvSpPr txBox="1"/>
          <p:nvPr>
            <p:ph idx="5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Twilight">
  <p:cSld name="7_Title Only_1_1_1">
    <p:bg>
      <p:bgPr>
        <a:solidFill>
          <a:schemeClr val="dk1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Google Shape;631;g3f66373b4a9_0_1453"/>
          <p:cNvPicPr preferRelativeResize="0"/>
          <p:nvPr/>
        </p:nvPicPr>
        <p:blipFill rotWithShape="1">
          <a:blip r:embed="rId2">
            <a:alphaModFix/>
          </a:blip>
          <a:srcRect b="7630" l="0" r="0" t="0"/>
          <a:stretch/>
        </p:blipFill>
        <p:spPr>
          <a:xfrm>
            <a:off x="0" y="4326801"/>
            <a:ext cx="9144000" cy="75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2" name="Google Shape;632;g3f66373b4a9_0_1453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3" name="Google Shape;633;g3f66373b4a9_0_1453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634" name="Google Shape;634;g3f66373b4a9_0_14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5" name="Google Shape;635;g3f66373b4a9_0_1453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6" name="Google Shape;636;g3f66373b4a9_0_1453"/>
          <p:cNvSpPr txBox="1"/>
          <p:nvPr>
            <p:ph idx="1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37" name="Google Shape;637;g3f66373b4a9_0_1453"/>
          <p:cNvSpPr txBox="1"/>
          <p:nvPr>
            <p:ph idx="2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38" name="Google Shape;638;g3f66373b4a9_0_1453"/>
          <p:cNvSpPr txBox="1"/>
          <p:nvPr>
            <p:ph idx="3" type="body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9" name="Google Shape;639;g3f66373b4a9_0_145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g3f66373b4a9_0_1453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641" name="Google Shape;641;g3f66373b4a9_0_14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Orange">
  <p:cSld name="7_Title Only_1_1_1_1">
    <p:bg>
      <p:bgPr>
        <a:solidFill>
          <a:schemeClr val="accent1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g3f66373b4a9_0_14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4" name="Google Shape;644;g3f66373b4a9_0_1465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5" name="Google Shape;645;g3f66373b4a9_0_1465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646" name="Google Shape;646;g3f66373b4a9_0_14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7" name="Google Shape;647;g3f66373b4a9_0_1465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8" name="Google Shape;648;g3f66373b4a9_0_1465"/>
          <p:cNvSpPr txBox="1"/>
          <p:nvPr>
            <p:ph idx="1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9" name="Google Shape;649;g3f66373b4a9_0_1465"/>
          <p:cNvSpPr txBox="1"/>
          <p:nvPr>
            <p:ph idx="2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0" name="Google Shape;650;g3f66373b4a9_0_1465"/>
          <p:cNvSpPr txBox="1"/>
          <p:nvPr>
            <p:ph idx="3" type="body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1" name="Google Shape;651;g3f66373b4a9_0_146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f66373b4a9_0_1465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653" name="Google Shape;653;g3f66373b4a9_0_14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White">
  <p:cSld name="7_Title Only_1_1_1_1_1">
    <p:bg>
      <p:bgPr>
        <a:solidFill>
          <a:schemeClr val="lt1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Google Shape;655;g3f66373b4a9_0_1477"/>
          <p:cNvPicPr preferRelativeResize="0"/>
          <p:nvPr/>
        </p:nvPicPr>
        <p:blipFill rotWithShape="1">
          <a:blip r:embed="rId2">
            <a:alphaModFix/>
          </a:blip>
          <a:srcRect b="416" l="0" r="0" t="426"/>
          <a:stretch/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6" name="Google Shape;656;g3f66373b4a9_0_1477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7" name="Google Shape;657;g3f66373b4a9_0_1477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658" name="Google Shape;658;g3f66373b4a9_0_14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9" name="Google Shape;659;g3f66373b4a9_0_1477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0" name="Google Shape;660;g3f66373b4a9_0_1477"/>
          <p:cNvSpPr txBox="1"/>
          <p:nvPr>
            <p:ph idx="1" type="body"/>
          </p:nvPr>
        </p:nvSpPr>
        <p:spPr>
          <a:xfrm>
            <a:off x="1741775" y="961075"/>
            <a:ext cx="5692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Font typeface="Plus Jakarta Sans SemiBold"/>
              <a:buNone/>
              <a:defRPr sz="2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1" name="Google Shape;661;g3f66373b4a9_0_1477"/>
          <p:cNvSpPr txBox="1"/>
          <p:nvPr>
            <p:ph idx="2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62" name="Google Shape;662;g3f66373b4a9_0_1477"/>
          <p:cNvSpPr txBox="1"/>
          <p:nvPr>
            <p:ph idx="3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63" name="Google Shape;663;g3f66373b4a9_0_147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3f66373b4a9_0_1477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665" name="Google Shape;665;g3f66373b4a9_0_14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1">
  <p:cSld name="8_Title Only"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66373b4a9_0_1489"/>
          <p:cNvSpPr txBox="1"/>
          <p:nvPr>
            <p:ph type="title"/>
          </p:nvPr>
        </p:nvSpPr>
        <p:spPr>
          <a:xfrm>
            <a:off x="5715000" y="284250"/>
            <a:ext cx="4017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8" name="Google Shape;668;g3f66373b4a9_0_1489"/>
          <p:cNvSpPr txBox="1"/>
          <p:nvPr>
            <p:ph idx="1" type="body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9" name="Google Shape;669;g3f66373b4a9_0_1489"/>
          <p:cNvSpPr/>
          <p:nvPr/>
        </p:nvSpPr>
        <p:spPr>
          <a:xfrm>
            <a:off x="381000" y="0"/>
            <a:ext cx="381000" cy="102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g3f66373b4a9_0_1489"/>
          <p:cNvSpPr/>
          <p:nvPr/>
        </p:nvSpPr>
        <p:spPr>
          <a:xfrm>
            <a:off x="381000" y="897026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g3f66373b4a9_0_148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g3f66373b4a9_0_1489"/>
          <p:cNvSpPr txBox="1"/>
          <p:nvPr>
            <p:ph idx="2" type="subTitle"/>
          </p:nvPr>
        </p:nvSpPr>
        <p:spPr>
          <a:xfrm>
            <a:off x="5715000" y="631950"/>
            <a:ext cx="25428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1 1">
  <p:cSld name="8_Title Only_1">
    <p:bg>
      <p:bgPr>
        <a:solidFill>
          <a:schemeClr val="dk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f66373b4a9_0_1496"/>
          <p:cNvSpPr txBox="1"/>
          <p:nvPr>
            <p:ph type="title"/>
          </p:nvPr>
        </p:nvSpPr>
        <p:spPr>
          <a:xfrm>
            <a:off x="5715000" y="284250"/>
            <a:ext cx="4563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5" name="Google Shape;675;g3f66373b4a9_0_1496"/>
          <p:cNvSpPr txBox="1"/>
          <p:nvPr>
            <p:ph idx="1" type="body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6" name="Google Shape;676;g3f66373b4a9_0_149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3f66373b4a9_0_1496"/>
          <p:cNvSpPr txBox="1"/>
          <p:nvPr>
            <p:ph idx="2" type="subTitle"/>
          </p:nvPr>
        </p:nvSpPr>
        <p:spPr>
          <a:xfrm>
            <a:off x="5715000" y="631950"/>
            <a:ext cx="25842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Background Nodes Top Right 2">
  <p:cSld name="32_Title and Content_1">
    <p:bg>
      <p:bgPr>
        <a:solidFill>
          <a:schemeClr val="accent1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f66373b4a9_0_1501"/>
          <p:cNvSpPr txBox="1"/>
          <p:nvPr>
            <p:ph idx="1" type="body"/>
          </p:nvPr>
        </p:nvSpPr>
        <p:spPr>
          <a:xfrm>
            <a:off x="457200" y="1264922"/>
            <a:ext cx="7023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0" name="Google Shape;680;g3f66373b4a9_0_150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g3f66373b4a9_0_1501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2" name="Google Shape;682;g3f66373b4a9_0_1501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g3f66373b4a9_0_1501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684" name="Google Shape;684;g3f66373b4a9_0_15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g3f66373b4a9_0_1501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ilight Background Nodes Top Right 2">
  <p:cSld name="41_Title and Content_1">
    <p:bg>
      <p:bgPr>
        <a:solidFill>
          <a:schemeClr val="dk1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f66373b4a9_0_1509"/>
          <p:cNvSpPr txBox="1"/>
          <p:nvPr>
            <p:ph idx="1" type="body"/>
          </p:nvPr>
        </p:nvSpPr>
        <p:spPr>
          <a:xfrm>
            <a:off x="457200" y="1370025"/>
            <a:ext cx="69729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8" name="Google Shape;688;g3f66373b4a9_0_150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g3f66373b4a9_0_150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90" name="Google Shape;690;g3f66373b4a9_0_15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g3f66373b4a9_0_1509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Nodes Top Right 1">
  <p:cSld name="39_Title and Content_1">
    <p:bg>
      <p:bgPr>
        <a:solidFill>
          <a:schemeClr val="lt1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f66373b4a9_0_1515"/>
          <p:cNvSpPr txBox="1"/>
          <p:nvPr>
            <p:ph idx="1" type="body"/>
          </p:nvPr>
        </p:nvSpPr>
        <p:spPr>
          <a:xfrm>
            <a:off x="457200" y="1264922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94" name="Google Shape;694;g3f66373b4a9_0_1515"/>
          <p:cNvSpPr txBox="1"/>
          <p:nvPr>
            <p:ph idx="11" type="ftr"/>
          </p:nvPr>
        </p:nvSpPr>
        <p:spPr>
          <a:xfrm>
            <a:off x="106675" y="4795501"/>
            <a:ext cx="6039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5" name="Google Shape;695;g3f66373b4a9_0_151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g3f66373b4a9_0_151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97" name="Google Shape;697;g3f66373b4a9_0_15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g3f66373b4a9_0_1515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Nodes Top Right">
  <p:cSld name="16_Title Only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f66373b4a9_0_152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g3f66373b4a9_0_152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2" name="Google Shape;702;g3f66373b4a9_0_1522"/>
          <p:cNvSpPr txBox="1"/>
          <p:nvPr>
            <p:ph idx="1" type="body"/>
          </p:nvPr>
        </p:nvSpPr>
        <p:spPr>
          <a:xfrm>
            <a:off x="457200" y="1264922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703" name="Google Shape;703;g3f66373b4a9_0_15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g3f66373b4a9_0_1522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ntent">
  <p:cSld name="15_Title Only_1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f66373b4a9_0_1528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07" name="Google Shape;707;g3f66373b4a9_0_152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_rounded">
  <p:cSld name="15_Title Only_1_2"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f66373b4a9_0_1531"/>
          <p:cNvSpPr/>
          <p:nvPr/>
        </p:nvSpPr>
        <p:spPr>
          <a:xfrm>
            <a:off x="-20225" y="5039775"/>
            <a:ext cx="9177600" cy="10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10" name="Google Shape;710;g3f66373b4a9_0_1531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711" name="Google Shape;711;g3f66373b4a9_0_15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g3f66373b4a9_0_1531"/>
          <p:cNvSpPr/>
          <p:nvPr>
            <p:ph idx="2" type="pic"/>
          </p:nvPr>
        </p:nvSpPr>
        <p:spPr>
          <a:xfrm>
            <a:off x="103350" y="81900"/>
            <a:ext cx="8950800" cy="4979700"/>
          </a:xfrm>
          <a:prstGeom prst="roundRect">
            <a:avLst>
              <a:gd fmla="val 3798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_bleed">
  <p:cSld name="15_Title Only_1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f66373b4a9_0_1536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715" name="Google Shape;715;g3f66373b4a9_0_15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g3f66373b4a9_0_1536"/>
          <p:cNvSpPr/>
          <p:nvPr>
            <p:ph idx="2" type="pic"/>
          </p:nvPr>
        </p:nvSpPr>
        <p:spPr>
          <a:xfrm>
            <a:off x="-6700" y="325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logo 1">
  <p:cSld name="15_Title Only_1_1">
    <p:bg>
      <p:bgPr>
        <a:solidFill>
          <a:schemeClr val="dk1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f66373b4a9_0_154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title | Twilight 3">
  <p:cSld name="6_Title Only_2_3_4">
    <p:bg>
      <p:bgPr>
        <a:solidFill>
          <a:schemeClr val="accent3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f66373b4a9_0_154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Twilight 3 1">
  <p:cSld name="6_Title Only_2_3_4_1">
    <p:bg>
      <p:bgPr>
        <a:solidFill>
          <a:schemeClr val="accent3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f66373b4a9_0_154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g3f66373b4a9_0_1544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4" name="Google Shape;724;g3f66373b4a9_0_1544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White 1">
  <p:cSld name="4_Custom Layout_2_1_2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f66373b4a9_0_1548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27" name="Google Shape;727;g3f66373b4a9_0_1548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us Jakarta Sans"/>
              <a:buNone/>
              <a:defRPr b="0" i="0" sz="1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  <a:defRPr>
                <a:solidFill>
                  <a:srgbClr val="1F2A3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200"/>
              <a:buChar char="•"/>
              <a:defRPr>
                <a:solidFill>
                  <a:srgbClr val="4E566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–"/>
              <a:defRPr>
                <a:solidFill>
                  <a:srgbClr val="4E566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»"/>
              <a:defRPr>
                <a:solidFill>
                  <a:srgbClr val="4E566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28" name="Google Shape;728;g3f66373b4a9_0_1548"/>
          <p:cNvSpPr/>
          <p:nvPr/>
        </p:nvSpPr>
        <p:spPr>
          <a:xfrm>
            <a:off x="529300" y="991125"/>
            <a:ext cx="1306200" cy="40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729" name="Google Shape;729;g3f66373b4a9_0_15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7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g3f66373b4a9_0_1548"/>
          <p:cNvPicPr preferRelativeResize="0"/>
          <p:nvPr/>
        </p:nvPicPr>
        <p:blipFill rotWithShape="1">
          <a:blip r:embed="rId3">
            <a:alphaModFix/>
          </a:blip>
          <a:srcRect b="9229" l="50" r="28735" t="23653"/>
          <a:stretch/>
        </p:blipFill>
        <p:spPr>
          <a:xfrm rot="10800000">
            <a:off x="4976" y="-4300"/>
            <a:ext cx="3101374" cy="51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g3f66373b4a9_0_1548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2" name="Google Shape;732;g3f66373b4a9_0_1548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3" name="Google Shape;733;g3f66373b4a9_0_1548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b="0" i="0" sz="600" u="none" cap="none" strike="noStrike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White">
  <p:cSld name="6_Title Only_3_1_5"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f66373b4a9_0_155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36" name="Google Shape;736;g3f66373b4a9_0_15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g3f66373b4a9_0_1557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8" name="Google Shape;738;g3f66373b4a9_0_1557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9" name="Google Shape;739;g3f66373b4a9_0_1557"/>
          <p:cNvSpPr txBox="1"/>
          <p:nvPr>
            <p:ph idx="2" type="body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1">
  <p:cSld name="6_Title Only_3_1_1_2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f66373b4a9_0_1563"/>
          <p:cNvSpPr txBox="1"/>
          <p:nvPr>
            <p:ph idx="1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42" name="Google Shape;742;g3f66373b4a9_0_156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43" name="Google Shape;743;g3f66373b4a9_0_15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g3f66373b4a9_0_1563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5" name="Google Shape;745;g3f66373b4a9_0_1563"/>
          <p:cNvSpPr txBox="1"/>
          <p:nvPr>
            <p:ph idx="2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46" name="Google Shape;746;g3f66373b4a9_0_1563"/>
          <p:cNvSpPr txBox="1"/>
          <p:nvPr>
            <p:ph idx="3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47" name="Google Shape;747;g3f66373b4a9_0_1563"/>
          <p:cNvSpPr txBox="1"/>
          <p:nvPr>
            <p:ph idx="4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 1">
  <p:cSld name="6_Title Only_1_3"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f66373b4a9_0_1571"/>
          <p:cNvSpPr txBox="1"/>
          <p:nvPr>
            <p:ph idx="1" type="body"/>
          </p:nvPr>
        </p:nvSpPr>
        <p:spPr>
          <a:xfrm>
            <a:off x="533400" y="1370000"/>
            <a:ext cx="3923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0" name="Google Shape;750;g3f66373b4a9_0_1571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751" name="Google Shape;751;g3f66373b4a9_0_157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52" name="Google Shape;752;g3f66373b4a9_0_15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g3f66373b4a9_0_1571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4" name="Google Shape;754;g3f66373b4a9_0_1571"/>
          <p:cNvSpPr txBox="1"/>
          <p:nvPr>
            <p:ph idx="3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Left 1">
  <p:cSld name="6_Title Only_1_1_1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f66373b4a9_0_1578"/>
          <p:cNvSpPr txBox="1"/>
          <p:nvPr>
            <p:ph idx="1" type="body"/>
          </p:nvPr>
        </p:nvSpPr>
        <p:spPr>
          <a:xfrm>
            <a:off x="4923250" y="1370000"/>
            <a:ext cx="37665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7" name="Google Shape;757;g3f66373b4a9_0_1578"/>
          <p:cNvSpPr/>
          <p:nvPr>
            <p:ph idx="2" type="pic"/>
          </p:nvPr>
        </p:nvSpPr>
        <p:spPr>
          <a:xfrm>
            <a:off x="625675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758" name="Google Shape;758;g3f66373b4a9_0_157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59" name="Google Shape;759;g3f66373b4a9_0_15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g3f66373b4a9_0_1578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1" name="Google Shape;761;g3f66373b4a9_0_1578"/>
          <p:cNvSpPr txBox="1"/>
          <p:nvPr>
            <p:ph idx="3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White 1">
  <p:cSld name="6_Title Only_2_3_1_1"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f66373b4a9_0_158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64" name="Google Shape;764;g3f66373b4a9_0_15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g3f66373b4a9_0_1585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6" name="Google Shape;766;g3f66373b4a9_0_1585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Nodes Top Right 1 1">
  <p:cSld name="39_Title and Content_1_1">
    <p:bg>
      <p:bgPr>
        <a:solidFill>
          <a:schemeClr val="lt1"/>
        </a:solidFill>
      </p:bgPr>
    </p:bg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f66373b4a9_0_1590"/>
          <p:cNvSpPr txBox="1"/>
          <p:nvPr>
            <p:ph idx="1" type="body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69" name="Google Shape;769;g3f66373b4a9_0_1590"/>
          <p:cNvSpPr txBox="1"/>
          <p:nvPr>
            <p:ph idx="11" type="ftr"/>
          </p:nvPr>
        </p:nvSpPr>
        <p:spPr>
          <a:xfrm>
            <a:off x="106675" y="4795501"/>
            <a:ext cx="6039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0" name="Google Shape;770;g3f66373b4a9_0_159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71" name="Google Shape;771;g3f66373b4a9_0_15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g3f66373b4a9_0_159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3" name="Google Shape;773;g3f66373b4a9_0_1590"/>
          <p:cNvSpPr txBox="1"/>
          <p:nvPr>
            <p:ph idx="2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74" name="Google Shape;774;g3f66373b4a9_0_15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49.xml"/><Relationship Id="rId51" Type="http://schemas.openxmlformats.org/officeDocument/2006/relationships/slideLayout" Target="../slideLayouts/slideLayout50.xml"/><Relationship Id="rId52" Type="http://schemas.openxmlformats.org/officeDocument/2006/relationships/slideLayout" Target="../slideLayouts/slideLayout51.xml"/><Relationship Id="rId53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53.xml"/><Relationship Id="rId55" Type="http://schemas.openxmlformats.org/officeDocument/2006/relationships/slideLayout" Target="../slideLayouts/slideLayout54.xml"/><Relationship Id="rId56" Type="http://schemas.openxmlformats.org/officeDocument/2006/relationships/slideLayout" Target="../slideLayouts/slideLayout55.xml"/><Relationship Id="rId57" Type="http://schemas.openxmlformats.org/officeDocument/2006/relationships/slideLayout" Target="../slideLayouts/slideLayout56.xml"/><Relationship Id="rId58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58.xml"/><Relationship Id="rId60" Type="http://schemas.openxmlformats.org/officeDocument/2006/relationships/slideLayout" Target="../slideLayouts/slideLayout59.xml"/><Relationship Id="rId61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0.xml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0.xml"/><Relationship Id="rId23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82.xml"/><Relationship Id="rId25" Type="http://schemas.openxmlformats.org/officeDocument/2006/relationships/slideLayout" Target="../slideLayouts/slideLayout83.xml"/><Relationship Id="rId26" Type="http://schemas.openxmlformats.org/officeDocument/2006/relationships/slideLayout" Target="../slideLayouts/slideLayout84.xml"/><Relationship Id="rId27" Type="http://schemas.openxmlformats.org/officeDocument/2006/relationships/slideLayout" Target="../slideLayouts/slideLayout85.xml"/><Relationship Id="rId28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7.xml"/><Relationship Id="rId30" Type="http://schemas.openxmlformats.org/officeDocument/2006/relationships/slideLayout" Target="../slideLayouts/slideLayout88.xml"/><Relationship Id="rId31" Type="http://schemas.openxmlformats.org/officeDocument/2006/relationships/slideLayout" Target="../slideLayouts/slideLayout89.xml"/><Relationship Id="rId32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91.xml"/><Relationship Id="rId34" Type="http://schemas.openxmlformats.org/officeDocument/2006/relationships/slideLayout" Target="../slideLayouts/slideLayout92.xml"/><Relationship Id="rId35" Type="http://schemas.openxmlformats.org/officeDocument/2006/relationships/slideLayout" Target="../slideLayouts/slideLayout93.xml"/><Relationship Id="rId36" Type="http://schemas.openxmlformats.org/officeDocument/2006/relationships/slideLayout" Target="../slideLayouts/slideLayout94.xml"/><Relationship Id="rId37" Type="http://schemas.openxmlformats.org/officeDocument/2006/relationships/slideLayout" Target="../slideLayouts/slideLayout95.xml"/><Relationship Id="rId38" Type="http://schemas.openxmlformats.org/officeDocument/2006/relationships/slideLayout" Target="../slideLayouts/slideLayout96.xml"/><Relationship Id="rId39" Type="http://schemas.openxmlformats.org/officeDocument/2006/relationships/slideLayout" Target="../slideLayouts/slideLayout97.xml"/><Relationship Id="rId40" Type="http://schemas.openxmlformats.org/officeDocument/2006/relationships/slideLayout" Target="../slideLayouts/slideLayout98.xml"/><Relationship Id="rId41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0.xml"/><Relationship Id="rId43" Type="http://schemas.openxmlformats.org/officeDocument/2006/relationships/slideLayout" Target="../slideLayouts/slideLayout101.xml"/><Relationship Id="rId44" Type="http://schemas.openxmlformats.org/officeDocument/2006/relationships/slideLayout" Target="../slideLayouts/slideLayout102.xml"/><Relationship Id="rId45" Type="http://schemas.openxmlformats.org/officeDocument/2006/relationships/slideLayout" Target="../slideLayouts/slideLayout103.xml"/><Relationship Id="rId46" Type="http://schemas.openxmlformats.org/officeDocument/2006/relationships/slideLayout" Target="../slideLayouts/slideLayout104.xml"/><Relationship Id="rId47" Type="http://schemas.openxmlformats.org/officeDocument/2006/relationships/slideLayout" Target="../slideLayouts/slideLayout105.xml"/><Relationship Id="rId48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7.xml"/><Relationship Id="rId50" Type="http://schemas.openxmlformats.org/officeDocument/2006/relationships/slideLayout" Target="../slideLayouts/slideLayout108.xml"/><Relationship Id="rId51" Type="http://schemas.openxmlformats.org/officeDocument/2006/relationships/slideLayout" Target="../slideLayouts/slideLayout109.xml"/><Relationship Id="rId52" Type="http://schemas.openxmlformats.org/officeDocument/2006/relationships/slideLayout" Target="../slideLayouts/slideLayout110.xml"/><Relationship Id="rId53" Type="http://schemas.openxmlformats.org/officeDocument/2006/relationships/slideLayout" Target="../slideLayouts/slideLayout111.xml"/><Relationship Id="rId54" Type="http://schemas.openxmlformats.org/officeDocument/2006/relationships/slideLayout" Target="../slideLayouts/slideLayout112.xml"/><Relationship Id="rId55" Type="http://schemas.openxmlformats.org/officeDocument/2006/relationships/slideLayout" Target="../slideLayouts/slideLayout113.xml"/><Relationship Id="rId56" Type="http://schemas.openxmlformats.org/officeDocument/2006/relationships/slideLayout" Target="../slideLayouts/slideLayout114.xml"/><Relationship Id="rId57" Type="http://schemas.openxmlformats.org/officeDocument/2006/relationships/slideLayout" Target="../slideLayouts/slideLayout115.xml"/><Relationship Id="rId58" Type="http://schemas.openxmlformats.org/officeDocument/2006/relationships/slideLayout" Target="../slideLayouts/slideLayout116.xml"/><Relationship Id="rId59" Type="http://schemas.openxmlformats.org/officeDocument/2006/relationships/slideLayout" Target="../slideLayouts/slideLayout117.xml"/><Relationship Id="rId6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66373b4a9_0_42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  <a:defRPr b="0" i="0" sz="2000" u="none" cap="none" strike="noStrike">
                <a:solidFill>
                  <a:srgbClr val="12004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3f66373b4a9_0_423"/>
          <p:cNvSpPr txBox="1"/>
          <p:nvPr>
            <p:ph idx="1" type="body"/>
          </p:nvPr>
        </p:nvSpPr>
        <p:spPr>
          <a:xfrm>
            <a:off x="457200" y="1370013"/>
            <a:ext cx="79821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 b="0" i="0" sz="14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marR="0" rtl="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 b="0" i="0" sz="12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SzPts val="1200"/>
              <a:buFont typeface="Arial"/>
              <a:buChar char="•"/>
              <a:defRPr b="0" i="0" sz="10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Char char="–"/>
              <a:defRPr b="0" i="0" sz="10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Char char="»"/>
              <a:defRPr b="0" i="0" sz="10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f66373b4a9_0_423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</a:t>
            </a:r>
            <a:endParaRPr sz="600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13" name="Google Shape;13;g3f66373b4a9_0_42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66373b4a9_0_121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  <a:defRPr b="0" i="0" sz="2000" u="none" cap="none" strike="noStrike">
                <a:solidFill>
                  <a:srgbClr val="12004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7" name="Google Shape;397;g3f66373b4a9_0_1218"/>
          <p:cNvSpPr txBox="1"/>
          <p:nvPr>
            <p:ph idx="1" type="body"/>
          </p:nvPr>
        </p:nvSpPr>
        <p:spPr>
          <a:xfrm>
            <a:off x="457200" y="1370013"/>
            <a:ext cx="79821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 b="0" i="0" sz="14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marR="0" rtl="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 b="0" i="0" sz="12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SzPts val="1200"/>
              <a:buFont typeface="Arial"/>
              <a:buChar char="•"/>
              <a:defRPr b="0" i="0" sz="10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Char char="–"/>
              <a:defRPr b="0" i="0" sz="10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Char char="»"/>
              <a:defRPr b="0" i="0" sz="10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8" name="Google Shape;398;g3f66373b4a9_0_1218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</a:t>
            </a:r>
            <a:endParaRPr sz="600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99" name="Google Shape;399;g3f66373b4a9_0_12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753" r:id="rId46"/>
    <p:sldLayoutId id="2147483754" r:id="rId47"/>
    <p:sldLayoutId id="2147483755" r:id="rId48"/>
    <p:sldLayoutId id="2147483756" r:id="rId49"/>
    <p:sldLayoutId id="2147483757" r:id="rId50"/>
    <p:sldLayoutId id="2147483758" r:id="rId51"/>
    <p:sldLayoutId id="2147483759" r:id="rId52"/>
    <p:sldLayoutId id="2147483760" r:id="rId53"/>
    <p:sldLayoutId id="2147483761" r:id="rId54"/>
    <p:sldLayoutId id="2147483762" r:id="rId55"/>
    <p:sldLayoutId id="2147483763" r:id="rId56"/>
    <p:sldLayoutId id="2147483764" r:id="rId57"/>
    <p:sldLayoutId id="2147483765" r:id="rId58"/>
    <p:sldLayoutId id="2147483766" r:id="rId59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Relationship Id="rId5" Type="http://schemas.openxmlformats.org/officeDocument/2006/relationships/image" Target="../media/image32.png"/><Relationship Id="rId6" Type="http://schemas.openxmlformats.org/officeDocument/2006/relationships/image" Target="../media/image2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AI 用例发现</a:t>
            </a:r>
            <a:endParaRPr/>
          </a:p>
        </p:txBody>
      </p:sp>
      <p:sp>
        <p:nvSpPr>
          <p:cNvPr id="781" name="Google Shape;781;p1"/>
          <p:cNvSpPr txBox="1"/>
          <p:nvPr>
            <p:ph type="title"/>
          </p:nvPr>
        </p:nvSpPr>
        <p:spPr>
          <a:xfrm>
            <a:off x="3670625" y="2160475"/>
            <a:ext cx="49683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000">
                <a:solidFill>
                  <a:srgbClr val="120046"/>
                </a:solidFill>
              </a:rPr>
              <a:t>让数据就绪，让 AI 有据可依。</a:t>
            </a:r>
            <a:endParaRPr sz="2000">
              <a:solidFill>
                <a:srgbClr val="12004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000">
                <a:solidFill>
                  <a:srgbClr val="120046"/>
                </a:solidFill>
              </a:rPr>
              <a:t>一起找出值得落地的用例。</a:t>
            </a:r>
            <a:endParaRPr sz="2000">
              <a:solidFill>
                <a:srgbClr val="120046"/>
              </a:solidFill>
            </a:endParaRPr>
          </a:p>
        </p:txBody>
      </p:sp>
      <p:sp>
        <p:nvSpPr>
          <p:cNvPr id="782" name="Google Shape;782;p1"/>
          <p:cNvSpPr txBox="1"/>
          <p:nvPr>
            <p:ph idx="2" type="body"/>
          </p:nvPr>
        </p:nvSpPr>
        <p:spPr>
          <a:xfrm>
            <a:off x="3670625" y="2856575"/>
            <a:ext cx="47247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面向 AE 与 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" name="Google Shape;787;p2"/>
          <p:cNvPicPr preferRelativeResize="0"/>
          <p:nvPr/>
        </p:nvPicPr>
        <p:blipFill rotWithShape="1">
          <a:blip r:embed="rId3">
            <a:alphaModFix/>
          </a:blip>
          <a:srcRect b="5923" l="0" r="0" t="5932"/>
          <a:stretch/>
        </p:blipFill>
        <p:spPr>
          <a:xfrm>
            <a:off x="5383037" y="1535372"/>
            <a:ext cx="2112300" cy="223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8" name="Google Shape;788;p2"/>
          <p:cNvGrpSpPr/>
          <p:nvPr/>
        </p:nvGrpSpPr>
        <p:grpSpPr>
          <a:xfrm>
            <a:off x="5395377" y="3650397"/>
            <a:ext cx="2087621" cy="609961"/>
            <a:chOff x="5443675" y="3650397"/>
            <a:chExt cx="2087621" cy="609961"/>
          </a:xfrm>
        </p:grpSpPr>
        <p:pic>
          <p:nvPicPr>
            <p:cNvPr id="789" name="Google Shape;789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25196" y="3768657"/>
              <a:ext cx="2006100" cy="49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0" name="Google Shape;790;p2"/>
            <p:cNvSpPr txBox="1"/>
            <p:nvPr/>
          </p:nvSpPr>
          <p:spPr>
            <a:xfrm>
              <a:off x="5443675" y="3650397"/>
              <a:ext cx="1919100" cy="27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66275" lIns="66275" spcFirstLastPara="1" rIns="66275" wrap="square" tIns="6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40">
                  <a:solidFill>
                    <a:srgbClr val="FF550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 专家与 FDE</a:t>
              </a:r>
              <a:endParaRPr b="1" sz="940">
                <a:solidFill>
                  <a:srgbClr val="FF550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791" name="Google Shape;791;p2"/>
          <p:cNvSpPr txBox="1"/>
          <p:nvPr>
            <p:ph idx="4294967295" type="body"/>
          </p:nvPr>
        </p:nvSpPr>
        <p:spPr>
          <a:xfrm>
            <a:off x="457200" y="1285875"/>
            <a:ext cx="3619500" cy="91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2004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专业人才把大量时间耗在无法规模化的重复手工步骤上。</a:t>
            </a:r>
            <a:endParaRPr b="0" sz="1500">
              <a:solidFill>
                <a:srgbClr val="120046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-US" sz="1200">
                <a:solidFill>
                  <a:srgbClr val="FF550D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AI 可以接手这些繁琐工作，前提是它真正理解你的业务。</a:t>
            </a:r>
            <a:endParaRPr sz="1050">
              <a:solidFill>
                <a:srgbClr val="5555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92" name="Google Shape;792;p2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为什么需要 AI，以及它为何离不开你的数据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你的专家每天都在做手工活</a:t>
            </a:r>
            <a:endParaRPr/>
          </a:p>
        </p:txBody>
      </p:sp>
      <p:pic>
        <p:nvPicPr>
          <p:cNvPr id="794" name="Google Shape;79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5119" y="1660598"/>
            <a:ext cx="1540500" cy="14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7622" y="1751948"/>
            <a:ext cx="1665900" cy="126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2"/>
          <p:cNvSpPr txBox="1"/>
          <p:nvPr/>
        </p:nvSpPr>
        <p:spPr>
          <a:xfrm>
            <a:off x="766950" y="2822100"/>
            <a:ext cx="3000000" cy="18021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2004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开箱即用时它做不到：</a:t>
            </a:r>
            <a:r>
              <a:rPr lang="en-US" sz="11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它只能靠猜测来填补空白。</a:t>
            </a:r>
            <a:endParaRPr sz="1100">
              <a:solidFill>
                <a:srgbClr val="33333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550D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信任受损：</a:t>
            </a:r>
            <a:r>
              <a:rPr lang="en-US" sz="1050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自信却错误的回答会侵蚀信任，而解决之道并非更大的模型。那么，究竟缺了什么？</a:t>
            </a:r>
            <a:endParaRPr sz="1050">
              <a:solidFill>
                <a:srgbClr val="5555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>
                <a:solidFill>
                  <a:schemeClr val="accen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行动：</a:t>
            </a:r>
            <a:r>
              <a:rPr lang="en-US" sz="1050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通过一场用例发现工作坊，摸清你的数据、平台与日常运营，为 AI 方案做好准备</a:t>
            </a:r>
            <a:endParaRPr sz="1050">
              <a:solidFill>
                <a:schemeClr val="dk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cxnSp>
        <p:nvCxnSpPr>
          <p:cNvPr id="797" name="Google Shape;797;p2"/>
          <p:cNvCxnSpPr>
            <a:stCxn id="791" idx="2"/>
            <a:endCxn id="796" idx="0"/>
          </p:cNvCxnSpPr>
          <p:nvPr/>
        </p:nvCxnSpPr>
        <p:spPr>
          <a:xfrm>
            <a:off x="2266950" y="2203275"/>
            <a:ext cx="0" cy="618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f66373b4a9_0_160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/>
              <a:t>差距不在能力，而在缺失的语义层</a:t>
            </a:r>
            <a:endParaRPr/>
          </a:p>
        </p:txBody>
      </p:sp>
      <p:sp>
        <p:nvSpPr>
          <p:cNvPr id="803" name="Google Shape;803;g3f66373b4a9_0_1603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</a:pPr>
            <a:r>
              <a:rPr lang="en-US"/>
              <a:t>为什么纯 RAG 与纯 Agent 会产生幻觉</a:t>
            </a:r>
            <a:endParaRPr sz="1100">
              <a:solidFill>
                <a:schemeClr val="lt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804" name="Google Shape;804;g3f66373b4a9_0_1603"/>
          <p:cNvSpPr txBox="1"/>
          <p:nvPr/>
        </p:nvSpPr>
        <p:spPr>
          <a:xfrm>
            <a:off x="566928" y="566928"/>
            <a:ext cx="81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g3f66373b4a9_0_1603"/>
          <p:cNvSpPr/>
          <p:nvPr/>
        </p:nvSpPr>
        <p:spPr>
          <a:xfrm>
            <a:off x="566928" y="1508760"/>
            <a:ext cx="3657600" cy="2148900"/>
          </a:xfrm>
          <a:prstGeom prst="roundRect">
            <a:avLst>
              <a:gd fmla="val 6000" name="adj"/>
            </a:avLst>
          </a:prstGeom>
          <a:solidFill>
            <a:srgbClr val="232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g3f66373b4a9_0_1603"/>
          <p:cNvSpPr txBox="1"/>
          <p:nvPr/>
        </p:nvSpPr>
        <p:spPr>
          <a:xfrm>
            <a:off x="795528" y="1691640"/>
            <a:ext cx="320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纯 RAG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807" name="Google Shape;807;g3f66373b4a9_0_1603"/>
          <p:cNvSpPr txBox="1"/>
          <p:nvPr/>
        </p:nvSpPr>
        <p:spPr>
          <a:xfrm>
            <a:off x="795528" y="2057400"/>
            <a:ext cx="32460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匹配的是文本，而非语义。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9C9E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能找到含“库存”的文档，却分不清 ERP 语境与 WMS 语境，二者截然不同。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F3F3F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向量相似 ≠ 业务语义。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808" name="Google Shape;808;g3f66373b4a9_0_1603"/>
          <p:cNvSpPr/>
          <p:nvPr/>
        </p:nvSpPr>
        <p:spPr>
          <a:xfrm>
            <a:off x="4544568" y="1508760"/>
            <a:ext cx="3657600" cy="2148900"/>
          </a:xfrm>
          <a:prstGeom prst="roundRect">
            <a:avLst>
              <a:gd fmla="val 6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g3f66373b4a9_0_1603"/>
          <p:cNvSpPr txBox="1"/>
          <p:nvPr/>
        </p:nvSpPr>
        <p:spPr>
          <a:xfrm>
            <a:off x="4773168" y="1691640"/>
            <a:ext cx="320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纯 Agent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0" name="Google Shape;810;g3f66373b4a9_0_1603"/>
          <p:cNvSpPr txBox="1"/>
          <p:nvPr/>
        </p:nvSpPr>
        <p:spPr>
          <a:xfrm>
            <a:off x="4773168" y="2057400"/>
            <a:ext cx="32460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工具只返回代码，LLM 只能猜测其含义。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C9E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MATERIAL.ALLOY_CD / defect_cd=7：AI 根本不知道它指哪种合金牌号或焊接缺陷，只能凭空填补。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F3F3F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工具返回的是代码，不是语义。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811" name="Google Shape;811;g3f66373b4a9_0_1603"/>
          <p:cNvSpPr txBox="1"/>
          <p:nvPr/>
        </p:nvSpPr>
        <p:spPr>
          <a:xfrm>
            <a:off x="749808" y="3886200"/>
            <a:ext cx="7644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让 AI 按业务语义读取数据的那一缺失层 = 本体（Ontology）。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E7D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一个受治理、可溯源的语义层。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f66373b4a9_0_0"/>
          <p:cNvSpPr/>
          <p:nvPr/>
        </p:nvSpPr>
        <p:spPr>
          <a:xfrm>
            <a:off x="5295900" y="732920"/>
            <a:ext cx="3600000" cy="3690000"/>
          </a:xfrm>
          <a:prstGeom prst="roundRect">
            <a:avLst>
              <a:gd fmla="val 16667" name="adj"/>
            </a:avLst>
          </a:prstGeom>
          <a:solidFill>
            <a:srgbClr val="EBF1F4"/>
          </a:solidFill>
          <a:ln>
            <a:noFill/>
          </a:ln>
        </p:spPr>
        <p:txBody>
          <a:bodyPr anchorCtr="0" anchor="ctr" bIns="122425" lIns="122425" spcFirstLastPara="1" rIns="122425" wrap="square" tIns="122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75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17" name="Google Shape;817;g3f66373b4a9_0_0"/>
          <p:cNvSpPr txBox="1"/>
          <p:nvPr/>
        </p:nvSpPr>
        <p:spPr>
          <a:xfrm>
            <a:off x="5950050" y="851860"/>
            <a:ext cx="22917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上下文层</a:t>
            </a:r>
            <a:endParaRPr b="1"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18" name="Google Shape;818;g3f66373b4a9_0_0"/>
          <p:cNvSpPr txBox="1"/>
          <p:nvPr>
            <p:ph idx="4294967295" type="body"/>
          </p:nvPr>
        </p:nvSpPr>
        <p:spPr>
          <a:xfrm>
            <a:off x="457200" y="1083750"/>
            <a:ext cx="4602900" cy="30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</a:rPr>
              <a:t>把所有数据汇入同一平台</a:t>
            </a:r>
            <a:endParaRPr b="1" sz="1200">
              <a:solidFill>
                <a:schemeClr val="accen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Plus Jakarta Sans"/>
              <a:buChar char="●"/>
            </a:pPr>
            <a:r>
              <a:rPr lang="en-US" sz="1000"/>
              <a:t>数据库、文档、图像、日志与沟通记录，集中一处</a:t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Char char="●"/>
            </a:pPr>
            <a:r>
              <a:rPr lang="en-US" sz="1000"/>
              <a:t>解决“我的数据在哪里？”的问题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</a:rPr>
              <a:t>知识孤岛：真正的挑战</a:t>
            </a:r>
            <a:endParaRPr b="1" sz="1200">
              <a:solidFill>
                <a:schemeClr val="accen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Plus Jakarta Sans"/>
              <a:buChar char="●"/>
            </a:pPr>
            <a:r>
              <a:rPr lang="en-US" sz="1000"/>
              <a:t>数据聚合 ≠ 知识连通</a:t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Char char="●"/>
            </a:pPr>
            <a:r>
              <a:rPr lang="en-US" sz="1000"/>
              <a:t>缺少语义关系与上下文</a:t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Char char="●"/>
            </a:pPr>
            <a:r>
              <a:rPr lang="en-US" sz="1000"/>
              <a:t>团队仍无法发现跨领域洞见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5"/>
                </a:solidFill>
              </a:rPr>
              <a:t>知识图谱</a:t>
            </a:r>
            <a:endParaRPr b="1" sz="1200">
              <a:solidFill>
                <a:schemeClr val="accent5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Plus Jakarta Sans"/>
              <a:buChar char="●"/>
            </a:pPr>
            <a:r>
              <a:rPr lang="en-US" sz="1000"/>
              <a:t>实体 + 关系 + 语义上下文 = 连通的知识</a:t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Char char="●"/>
            </a:pPr>
            <a:r>
              <a:rPr lang="en-US" sz="1000"/>
              <a:t>把数据湖变成智能知识网络</a:t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Char char="●"/>
            </a:pPr>
            <a:r>
              <a:rPr lang="en-US" sz="1000"/>
              <a:t>成为让 AI 更聪明、更有据可依的上下文层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4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19" name="Google Shape;819;g3f66373b4a9_0_0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数据聚合不等于知识连通</a:t>
            </a:r>
            <a:endParaRPr/>
          </a:p>
        </p:txBody>
      </p:sp>
      <p:sp>
        <p:nvSpPr>
          <p:cNvPr id="820" name="Google Shape;820;g3f66373b4a9_0_0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/>
              <a:t>从数据驱动到认知驱动</a:t>
            </a:r>
            <a:endParaRPr/>
          </a:p>
        </p:txBody>
      </p:sp>
      <p:grpSp>
        <p:nvGrpSpPr>
          <p:cNvPr id="821" name="Google Shape;821;g3f66373b4a9_0_0"/>
          <p:cNvGrpSpPr/>
          <p:nvPr/>
        </p:nvGrpSpPr>
        <p:grpSpPr>
          <a:xfrm>
            <a:off x="5576539" y="1156422"/>
            <a:ext cx="3038723" cy="3122717"/>
            <a:chOff x="5594109" y="1164042"/>
            <a:chExt cx="3038723" cy="3122717"/>
          </a:xfrm>
        </p:grpSpPr>
        <p:grpSp>
          <p:nvGrpSpPr>
            <p:cNvPr id="822" name="Google Shape;822;g3f66373b4a9_0_0"/>
            <p:cNvGrpSpPr/>
            <p:nvPr/>
          </p:nvGrpSpPr>
          <p:grpSpPr>
            <a:xfrm>
              <a:off x="5672215" y="1279350"/>
              <a:ext cx="2878305" cy="2872305"/>
              <a:chOff x="5485664" y="1089371"/>
              <a:chExt cx="3157767" cy="3157767"/>
            </a:xfrm>
          </p:grpSpPr>
          <p:grpSp>
            <p:nvGrpSpPr>
              <p:cNvPr id="823" name="Google Shape;823;g3f66373b4a9_0_0"/>
              <p:cNvGrpSpPr/>
              <p:nvPr/>
            </p:nvGrpSpPr>
            <p:grpSpPr>
              <a:xfrm>
                <a:off x="5948097" y="1551805"/>
                <a:ext cx="2232900" cy="2232900"/>
                <a:chOff x="5948101" y="1551800"/>
                <a:chExt cx="2232900" cy="2232900"/>
              </a:xfrm>
            </p:grpSpPr>
            <p:cxnSp>
              <p:nvCxnSpPr>
                <p:cNvPr id="824" name="Google Shape;824;g3f66373b4a9_0_0"/>
                <p:cNvCxnSpPr/>
                <p:nvPr/>
              </p:nvCxnSpPr>
              <p:spPr>
                <a:xfrm>
                  <a:off x="7064551" y="1551800"/>
                  <a:ext cx="0" cy="22329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EDBE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5" name="Google Shape;825;g3f66373b4a9_0_0"/>
                <p:cNvCxnSpPr/>
                <p:nvPr/>
              </p:nvCxnSpPr>
              <p:spPr>
                <a:xfrm rot="10800000">
                  <a:off x="7064551" y="1551800"/>
                  <a:ext cx="0" cy="22329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EDBE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26" name="Google Shape;826;g3f66373b4a9_0_0"/>
              <p:cNvGrpSpPr/>
              <p:nvPr/>
            </p:nvGrpSpPr>
            <p:grpSpPr>
              <a:xfrm rot="2700000">
                <a:off x="5948108" y="1551816"/>
                <a:ext cx="2232879" cy="2232879"/>
                <a:chOff x="5948101" y="1551800"/>
                <a:chExt cx="2232900" cy="2232900"/>
              </a:xfrm>
            </p:grpSpPr>
            <p:cxnSp>
              <p:nvCxnSpPr>
                <p:cNvPr id="827" name="Google Shape;827;g3f66373b4a9_0_0"/>
                <p:cNvCxnSpPr/>
                <p:nvPr/>
              </p:nvCxnSpPr>
              <p:spPr>
                <a:xfrm>
                  <a:off x="7064551" y="1551800"/>
                  <a:ext cx="0" cy="22329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EDBE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8" name="Google Shape;828;g3f66373b4a9_0_0"/>
                <p:cNvCxnSpPr/>
                <p:nvPr/>
              </p:nvCxnSpPr>
              <p:spPr>
                <a:xfrm rot="10800000">
                  <a:off x="7064551" y="1551800"/>
                  <a:ext cx="0" cy="22329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EDBE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829" name="Google Shape;829;g3f66373b4a9_0_0"/>
            <p:cNvSpPr/>
            <p:nvPr/>
          </p:nvSpPr>
          <p:spPr>
            <a:xfrm>
              <a:off x="5942780" y="1565705"/>
              <a:ext cx="557700" cy="555600"/>
            </a:xfrm>
            <a:prstGeom prst="ellipse">
              <a:avLst/>
            </a:prstGeom>
            <a:solidFill>
              <a:schemeClr val="accent3"/>
            </a:solidFill>
            <a:ln cap="flat" cmpd="sng" w="27075">
              <a:solidFill>
                <a:srgbClr val="FF55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交易数据</a:t>
              </a:r>
              <a:endParaRPr b="1" sz="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0" name="Google Shape;830;g3f66373b4a9_0_0"/>
            <p:cNvSpPr/>
            <p:nvPr/>
          </p:nvSpPr>
          <p:spPr>
            <a:xfrm>
              <a:off x="6834617" y="1164042"/>
              <a:ext cx="557700" cy="555600"/>
            </a:xfrm>
            <a:prstGeom prst="ellipse">
              <a:avLst/>
            </a:prstGeom>
            <a:solidFill>
              <a:srgbClr val="100045"/>
            </a:solidFill>
            <a:ln cap="flat" cmpd="sng" w="27075">
              <a:solidFill>
                <a:srgbClr val="FF55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客户数据</a:t>
              </a:r>
              <a:endParaRPr b="1" sz="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1" name="Google Shape;831;g3f66373b4a9_0_0"/>
            <p:cNvSpPr/>
            <p:nvPr/>
          </p:nvSpPr>
          <p:spPr>
            <a:xfrm>
              <a:off x="7708325" y="1565705"/>
              <a:ext cx="557700" cy="555600"/>
            </a:xfrm>
            <a:prstGeom prst="ellipse">
              <a:avLst/>
            </a:prstGeom>
            <a:solidFill>
              <a:srgbClr val="100045"/>
            </a:solidFill>
            <a:ln cap="flat" cmpd="sng" w="27075">
              <a:solidFill>
                <a:srgbClr val="FF55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生产数据</a:t>
              </a:r>
              <a:b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</a:br>
              <a:endParaRPr b="1" sz="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2" name="Google Shape;832;g3f66373b4a9_0_0"/>
            <p:cNvSpPr/>
            <p:nvPr/>
          </p:nvSpPr>
          <p:spPr>
            <a:xfrm>
              <a:off x="5594109" y="2431065"/>
              <a:ext cx="557700" cy="555600"/>
            </a:xfrm>
            <a:prstGeom prst="ellipse">
              <a:avLst/>
            </a:prstGeom>
            <a:solidFill>
              <a:srgbClr val="100045"/>
            </a:solidFill>
            <a:ln cap="flat" cmpd="sng" w="27075">
              <a:solidFill>
                <a:srgbClr val="FF55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真实世界数据</a:t>
              </a:r>
              <a:endParaRPr b="1" sz="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3" name="Google Shape;833;g3f66373b4a9_0_0"/>
            <p:cNvSpPr/>
            <p:nvPr/>
          </p:nvSpPr>
          <p:spPr>
            <a:xfrm>
              <a:off x="5942780" y="3322697"/>
              <a:ext cx="557700" cy="555600"/>
            </a:xfrm>
            <a:prstGeom prst="ellipse">
              <a:avLst/>
            </a:prstGeom>
            <a:solidFill>
              <a:srgbClr val="100045"/>
            </a:solidFill>
            <a:ln cap="flat" cmpd="sng" w="27075">
              <a:solidFill>
                <a:srgbClr val="FF55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风控与合规</a:t>
              </a:r>
              <a:endParaRPr b="1" sz="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4" name="Google Shape;834;g3f66373b4a9_0_0"/>
            <p:cNvSpPr/>
            <p:nvPr/>
          </p:nvSpPr>
          <p:spPr>
            <a:xfrm>
              <a:off x="6838631" y="3731160"/>
              <a:ext cx="557700" cy="555600"/>
            </a:xfrm>
            <a:prstGeom prst="ellipse">
              <a:avLst/>
            </a:prstGeom>
            <a:solidFill>
              <a:schemeClr val="accent3"/>
            </a:solidFill>
            <a:ln cap="flat" cmpd="sng" w="27075">
              <a:solidFill>
                <a:srgbClr val="FF55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临床试验数据</a:t>
              </a:r>
              <a:endParaRPr b="1" sz="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5" name="Google Shape;835;g3f66373b4a9_0_0"/>
            <p:cNvSpPr/>
            <p:nvPr/>
          </p:nvSpPr>
          <p:spPr>
            <a:xfrm>
              <a:off x="7707778" y="3322152"/>
              <a:ext cx="558300" cy="556200"/>
            </a:xfrm>
            <a:prstGeom prst="ellipse">
              <a:avLst/>
            </a:prstGeom>
            <a:solidFill>
              <a:schemeClr val="accent3"/>
            </a:solidFill>
            <a:ln cap="flat" cmpd="sng" w="27075">
              <a:solidFill>
                <a:srgbClr val="FF55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设备传感器</a:t>
              </a:r>
              <a:endParaRPr b="1" sz="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6" name="Google Shape;836;g3f66373b4a9_0_0"/>
            <p:cNvSpPr/>
            <p:nvPr/>
          </p:nvSpPr>
          <p:spPr>
            <a:xfrm>
              <a:off x="8074532" y="2430519"/>
              <a:ext cx="558300" cy="556200"/>
            </a:xfrm>
            <a:prstGeom prst="ellipse">
              <a:avLst/>
            </a:prstGeom>
            <a:solidFill>
              <a:schemeClr val="accent3"/>
            </a:solidFill>
            <a:ln cap="flat" cmpd="sng" w="27075">
              <a:solidFill>
                <a:srgbClr val="FF55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供应链数据</a:t>
              </a:r>
              <a:b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</a:br>
              <a:endParaRPr b="1" sz="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7" name="Google Shape;837;g3f66373b4a9_0_0"/>
            <p:cNvSpPr/>
            <p:nvPr/>
          </p:nvSpPr>
          <p:spPr>
            <a:xfrm>
              <a:off x="6515709" y="2115603"/>
              <a:ext cx="1199700" cy="1197900"/>
            </a:xfrm>
            <a:prstGeom prst="ellipse">
              <a:avLst/>
            </a:prstGeom>
            <a:solidFill>
              <a:srgbClr val="100045"/>
            </a:solidFill>
            <a:ln cap="flat" cmpd="sng" w="27075">
              <a:solidFill>
                <a:srgbClr val="FF55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600" lIns="86600" spcFirstLastPara="1" rIns="86600" wrap="square" tIns="86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68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838" name="Google Shape;838;g3f66373b4a9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07576" y="2313083"/>
              <a:ext cx="791904" cy="79028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5"/>
          <p:cNvSpPr/>
          <p:nvPr/>
        </p:nvSpPr>
        <p:spPr>
          <a:xfrm>
            <a:off x="502920" y="1417320"/>
            <a:ext cx="3703320" cy="566928"/>
          </a:xfrm>
          <a:prstGeom prst="roundRect">
            <a:avLst>
              <a:gd fmla="val 16667" name="adj"/>
            </a:avLst>
          </a:prstGeom>
          <a:solidFill>
            <a:srgbClr val="F2F1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5400" lIns="91425" spcFirstLastPara="1" rIns="91425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0046"/>
                </a:solidFill>
                <a:latin typeface="Arial"/>
                <a:ea typeface="Arial"/>
                <a:cs typeface="Arial"/>
                <a:sym typeface="Arial"/>
              </a:rPr>
              <a:t>你的问题（自然语言）</a:t>
            </a:r>
            <a:endParaRPr/>
          </a:p>
        </p:txBody>
      </p:sp>
      <p:sp>
        <p:nvSpPr>
          <p:cNvPr id="844" name="Google Shape;844;p5"/>
          <p:cNvSpPr/>
          <p:nvPr/>
        </p:nvSpPr>
        <p:spPr>
          <a:xfrm>
            <a:off x="2244852" y="2002536"/>
            <a:ext cx="219456" cy="2926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55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5"/>
          <p:cNvSpPr/>
          <p:nvPr/>
        </p:nvSpPr>
        <p:spPr>
          <a:xfrm>
            <a:off x="502920" y="2276856"/>
            <a:ext cx="370332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5400" lIns="91425" spcFirstLastPara="1" rIns="91425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0046"/>
                </a:solidFill>
                <a:latin typeface="Arial"/>
                <a:ea typeface="Arial"/>
                <a:cs typeface="Arial"/>
                <a:sym typeface="Arial"/>
              </a:rPr>
              <a:t>映射到你的业务词汇</a:t>
            </a:r>
            <a:endParaRPr/>
          </a:p>
        </p:txBody>
      </p:sp>
      <p:sp>
        <p:nvSpPr>
          <p:cNvPr id="846" name="Google Shape;846;p5"/>
          <p:cNvSpPr txBox="1"/>
          <p:nvPr/>
        </p:nvSpPr>
        <p:spPr>
          <a:xfrm>
            <a:off x="4076284" y="2429535"/>
            <a:ext cx="822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550C"/>
                </a:solidFill>
                <a:latin typeface="Arial"/>
                <a:ea typeface="Arial"/>
                <a:cs typeface="Arial"/>
                <a:sym typeface="Arial"/>
              </a:rPr>
              <a:t>TBox</a:t>
            </a:r>
            <a:endParaRPr/>
          </a:p>
        </p:txBody>
      </p:sp>
      <p:sp>
        <p:nvSpPr>
          <p:cNvPr id="847" name="Google Shape;847;p5"/>
          <p:cNvSpPr/>
          <p:nvPr/>
        </p:nvSpPr>
        <p:spPr>
          <a:xfrm>
            <a:off x="2244852" y="2862072"/>
            <a:ext cx="219456" cy="2926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55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5"/>
          <p:cNvSpPr/>
          <p:nvPr/>
        </p:nvSpPr>
        <p:spPr>
          <a:xfrm>
            <a:off x="502920" y="3136392"/>
            <a:ext cx="3703200" cy="56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5400" lIns="91425" spcFirstLastPara="1" rIns="91425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0046"/>
                </a:solidFill>
                <a:latin typeface="Arial"/>
                <a:ea typeface="Arial"/>
                <a:cs typeface="Arial"/>
                <a:sym typeface="Arial"/>
              </a:rPr>
              <a:t>拉取精确的受治理数据</a:t>
            </a:r>
            <a:endParaRPr/>
          </a:p>
        </p:txBody>
      </p:sp>
      <p:sp>
        <p:nvSpPr>
          <p:cNvPr id="849" name="Google Shape;849;p5"/>
          <p:cNvSpPr txBox="1"/>
          <p:nvPr/>
        </p:nvSpPr>
        <p:spPr>
          <a:xfrm>
            <a:off x="4076247" y="3289056"/>
            <a:ext cx="822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550C"/>
                </a:solidFill>
                <a:latin typeface="Arial"/>
                <a:ea typeface="Arial"/>
                <a:cs typeface="Arial"/>
                <a:sym typeface="Arial"/>
              </a:rPr>
              <a:t>ABox</a:t>
            </a:r>
            <a:endParaRPr/>
          </a:p>
        </p:txBody>
      </p:sp>
      <p:sp>
        <p:nvSpPr>
          <p:cNvPr id="850" name="Google Shape;850;p5"/>
          <p:cNvSpPr/>
          <p:nvPr/>
        </p:nvSpPr>
        <p:spPr>
          <a:xfrm>
            <a:off x="2244852" y="3721608"/>
            <a:ext cx="219456" cy="2926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55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5"/>
          <p:cNvSpPr/>
          <p:nvPr/>
        </p:nvSpPr>
        <p:spPr>
          <a:xfrm>
            <a:off x="502920" y="3995928"/>
            <a:ext cx="3703320" cy="566928"/>
          </a:xfrm>
          <a:prstGeom prst="roundRect">
            <a:avLst>
              <a:gd fmla="val 16667" name="adj"/>
            </a:avLst>
          </a:prstGeom>
          <a:solidFill>
            <a:srgbClr val="12004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5400" lIns="91425" spcFirstLastPara="1" rIns="91425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有据可依的答案</a:t>
            </a:r>
            <a:endParaRPr/>
          </a:p>
        </p:txBody>
      </p:sp>
      <p:sp>
        <p:nvSpPr>
          <p:cNvPr id="852" name="Google Shape;852;p5"/>
          <p:cNvSpPr/>
          <p:nvPr/>
        </p:nvSpPr>
        <p:spPr>
          <a:xfrm>
            <a:off x="5075028" y="1417320"/>
            <a:ext cx="3703200" cy="1417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5"/>
          <p:cNvSpPr txBox="1"/>
          <p:nvPr/>
        </p:nvSpPr>
        <p:spPr>
          <a:xfrm>
            <a:off x="5257908" y="1536192"/>
            <a:ext cx="338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253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TBox：语义标准（不含业务数据）</a:t>
            </a:r>
            <a:endParaRPr/>
          </a:p>
        </p:txBody>
      </p:sp>
      <p:sp>
        <p:nvSpPr>
          <p:cNvPr id="854" name="Google Shape;854;p5"/>
          <p:cNvSpPr txBox="1"/>
          <p:nvPr/>
        </p:nvSpPr>
        <p:spPr>
          <a:xfrm>
            <a:off x="5257908" y="1874519"/>
            <a:ext cx="338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类别 · 关系 · 属性 · 规则（公理）。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示例（银行）：客户 / 账户 / 交易 / 产品；规则如“客户 ID 全局唯一”“已销户的账户不能再有新交易”。</a:t>
            </a:r>
            <a:endParaRPr/>
          </a:p>
        </p:txBody>
      </p:sp>
      <p:sp>
        <p:nvSpPr>
          <p:cNvPr id="855" name="Google Shape;855;p5"/>
          <p:cNvSpPr/>
          <p:nvPr/>
        </p:nvSpPr>
        <p:spPr>
          <a:xfrm>
            <a:off x="5120613" y="3159320"/>
            <a:ext cx="3612000" cy="1417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1000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5"/>
          <p:cNvSpPr txBox="1"/>
          <p:nvPr/>
        </p:nvSpPr>
        <p:spPr>
          <a:xfrm>
            <a:off x="5303493" y="3278192"/>
            <a:ext cx="329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01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ABox：实例（按需读取）</a:t>
            </a:r>
            <a:endParaRPr/>
          </a:p>
        </p:txBody>
      </p:sp>
      <p:sp>
        <p:nvSpPr>
          <p:cNvPr id="857" name="Google Shape;857;p5"/>
          <p:cNvSpPr txBox="1"/>
          <p:nvPr/>
        </p:nvSpPr>
        <p:spPr>
          <a:xfrm>
            <a:off x="5303493" y="3616519"/>
            <a:ext cx="32919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受治理的数据行，按需读取。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声明式映射只登记“到哪取数”与“如何转换”，不读取数据，只对齐语义。</a:t>
            </a:r>
            <a:endParaRPr/>
          </a:p>
        </p:txBody>
      </p:sp>
      <p:sp>
        <p:nvSpPr>
          <p:cNvPr id="858" name="Google Shape;858;p5"/>
          <p:cNvSpPr txBox="1"/>
          <p:nvPr>
            <p:ph idx="2" type="subTitle"/>
          </p:nvPr>
        </p:nvSpPr>
        <p:spPr>
          <a:xfrm>
            <a:off x="457200" y="631950"/>
            <a:ext cx="4707600" cy="1848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/>
              <a:t>本体的两个部分</a:t>
            </a:r>
            <a:endParaRPr/>
          </a:p>
        </p:txBody>
      </p:sp>
      <p:sp>
        <p:nvSpPr>
          <p:cNvPr id="859" name="Google Shape;859;p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把你的业务词汇交给 AI：TBox + ABox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f664926ee6_0_388"/>
          <p:cNvSpPr/>
          <p:nvPr/>
        </p:nvSpPr>
        <p:spPr>
          <a:xfrm>
            <a:off x="5135750" y="1370025"/>
            <a:ext cx="1783200" cy="868800"/>
          </a:xfrm>
          <a:prstGeom prst="roundRect">
            <a:avLst>
              <a:gd fmla="val 16667" name="adj"/>
            </a:avLst>
          </a:prstGeom>
          <a:solidFill>
            <a:srgbClr val="F2F1F6"/>
          </a:solidFill>
          <a:ln cap="flat" cmpd="sng" w="15875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5400" lIns="91425" spcFirstLastPara="1" rIns="91425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0046"/>
                </a:solidFill>
                <a:latin typeface="Arial"/>
                <a:ea typeface="Arial"/>
                <a:cs typeface="Arial"/>
                <a:sym typeface="Arial"/>
              </a:rPr>
              <a:t>痛苦而重复的工作</a:t>
            </a:r>
            <a:endParaRPr/>
          </a:p>
        </p:txBody>
      </p:sp>
      <p:sp>
        <p:nvSpPr>
          <p:cNvPr id="865" name="Google Shape;865;g3f664926ee6_0_388"/>
          <p:cNvSpPr txBox="1"/>
          <p:nvPr/>
        </p:nvSpPr>
        <p:spPr>
          <a:xfrm>
            <a:off x="6918830" y="1589481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550C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866" name="Google Shape;866;g3f664926ee6_0_388"/>
          <p:cNvSpPr/>
          <p:nvPr/>
        </p:nvSpPr>
        <p:spPr>
          <a:xfrm>
            <a:off x="7284590" y="1370025"/>
            <a:ext cx="1783200" cy="868800"/>
          </a:xfrm>
          <a:prstGeom prst="roundRect">
            <a:avLst>
              <a:gd fmla="val 16667" name="adj"/>
            </a:avLst>
          </a:prstGeom>
          <a:solidFill>
            <a:srgbClr val="F2F1F6"/>
          </a:solidFill>
          <a:ln cap="flat" cmpd="sng" w="15875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5400" lIns="91425" spcFirstLastPara="1" rIns="91425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0046"/>
                </a:solidFill>
                <a:latin typeface="Arial"/>
                <a:ea typeface="Arial"/>
                <a:cs typeface="Arial"/>
                <a:sym typeface="Arial"/>
              </a:rPr>
              <a:t>可用于支撑的数据</a:t>
            </a:r>
            <a:endParaRPr/>
          </a:p>
        </p:txBody>
      </p:sp>
      <p:sp>
        <p:nvSpPr>
          <p:cNvPr id="867" name="Google Shape;867;g3f664926ee6_0_388"/>
          <p:cNvSpPr/>
          <p:nvPr/>
        </p:nvSpPr>
        <p:spPr>
          <a:xfrm>
            <a:off x="6991982" y="2330145"/>
            <a:ext cx="274200" cy="457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550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g3f664926ee6_0_388"/>
          <p:cNvSpPr/>
          <p:nvPr/>
        </p:nvSpPr>
        <p:spPr>
          <a:xfrm>
            <a:off x="5455790" y="2942793"/>
            <a:ext cx="3474600" cy="868800"/>
          </a:xfrm>
          <a:prstGeom prst="roundRect">
            <a:avLst>
              <a:gd fmla="val 16667" name="adj"/>
            </a:avLst>
          </a:prstGeom>
          <a:solidFill>
            <a:srgbClr val="12004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5400" lIns="91425" spcFirstLastPara="1" rIns="91425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值得落地的用例</a:t>
            </a:r>
            <a:endParaRPr/>
          </a:p>
        </p:txBody>
      </p:sp>
      <p:sp>
        <p:nvSpPr>
          <p:cNvPr id="869" name="Google Shape;869;g3f664926ee6_0_388"/>
          <p:cNvSpPr txBox="1"/>
          <p:nvPr>
            <p:ph idx="1" type="body"/>
          </p:nvPr>
        </p:nvSpPr>
        <p:spPr>
          <a:xfrm>
            <a:off x="457200" y="1267650"/>
            <a:ext cx="8077200" cy="4593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b="1" lang="en-US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值得关注的信号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18288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rgbClr val="1F2A32"/>
                </a:solidFill>
                <a:latin typeface="Arial"/>
                <a:ea typeface="Arial"/>
                <a:cs typeface="Arial"/>
                <a:sym typeface="Arial"/>
              </a:rPr>
              <a:t>•   在互不相通的系统间反复交叉核对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18288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rgbClr val="1F2A32"/>
                </a:solidFill>
                <a:latin typeface="Arial"/>
                <a:ea typeface="Arial"/>
                <a:cs typeface="Arial"/>
                <a:sym typeface="Arial"/>
              </a:rPr>
              <a:t>•   人工审核、分诊与审批卡住了流程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18288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rgbClr val="1F2A32"/>
                </a:solidFill>
                <a:latin typeface="Arial"/>
                <a:ea typeface="Arial"/>
                <a:cs typeface="Arial"/>
                <a:sym typeface="Arial"/>
              </a:rPr>
              <a:t>•   答案只存在于人的脑子里，而非任何系统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solidFill>
                <a:srgbClr val="1F2A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什么样的首选用例才算好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18288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rgbClr val="1F2A32"/>
                </a:solidFill>
                <a:latin typeface="Arial"/>
                <a:ea typeface="Arial"/>
                <a:cs typeface="Arial"/>
                <a:sym typeface="Arial"/>
              </a:rPr>
              <a:t>•   工作痛苦且频繁重复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18288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rgbClr val="1F2A32"/>
                </a:solidFill>
                <a:latin typeface="Arial"/>
                <a:ea typeface="Arial"/>
                <a:cs typeface="Arial"/>
                <a:sym typeface="Arial"/>
              </a:rPr>
              <a:t>•   支撑它的数据已经存在（也就是你的本体）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182880" rtl="0" algn="l"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rgbClr val="1F2A32"/>
                </a:solidFill>
                <a:latin typeface="Arial"/>
                <a:ea typeface="Arial"/>
                <a:cs typeface="Arial"/>
                <a:sym typeface="Arial"/>
              </a:rPr>
              <a:t>•   末端有明确的决策或行动</a:t>
            </a:r>
            <a:endParaRPr/>
          </a:p>
        </p:txBody>
      </p:sp>
      <p:sp>
        <p:nvSpPr>
          <p:cNvPr id="870" name="Google Shape;870;g3f664926ee6_0_38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能在你的日常工作中帮上什么忙？</a:t>
            </a:r>
            <a:endParaRPr/>
          </a:p>
        </p:txBody>
      </p:sp>
      <p:sp>
        <p:nvSpPr>
          <p:cNvPr id="871" name="Google Shape;871;g3f664926ee6_0_388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现在你的数据已能支撑 AI，那我们先从哪里入手？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在 Cloudera 上已验证的智能体（Agentic）工作流</a:t>
            </a:r>
            <a:endParaRPr/>
          </a:p>
        </p:txBody>
      </p:sp>
      <p:sp>
        <p:nvSpPr>
          <p:cNvPr id="878" name="Google Shape;878;p7"/>
          <p:cNvSpPr txBox="1"/>
          <p:nvPr>
            <p:ph idx="429496729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以受治理数据为支撑、替代人工审核的智能体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"/>
              <a:buNone/>
            </a:pPr>
            <a:r>
              <a:t/>
            </a:r>
            <a:endParaRPr/>
          </a:p>
        </p:txBody>
      </p:sp>
      <p:graphicFrame>
        <p:nvGraphicFramePr>
          <p:cNvPr id="879" name="Google Shape;879;p7"/>
          <p:cNvGraphicFramePr/>
          <p:nvPr/>
        </p:nvGraphicFramePr>
        <p:xfrm>
          <a:off x="642100" y="131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{F8B61C18-CE59-4B88-8DB6-C4A145070D21}</a:tableStyleId>
              </a:tblPr>
              <a:tblGrid>
                <a:gridCol w="2230475"/>
              </a:tblGrid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银行客服支持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1" marL="0" marR="0" rtl="0" algn="l">
                        <a:lnSpc>
                          <a:spcPct val="118333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具备记忆的聊天机器人</a:t>
                      </a:r>
                      <a:endParaRPr sz="10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记住：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跨每一次会话记住客户</a:t>
                      </a:r>
                      <a:endParaRPr sz="10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检索：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从数据湖读取实时账户数据</a:t>
                      </a:r>
                      <a:endParaRPr sz="10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推理：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跨会话模式推理以决定是否升级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结果：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不再有“上次我已经解释过了”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80" name="Google Shape;880;p7"/>
          <p:cNvGraphicFramePr/>
          <p:nvPr/>
        </p:nvGraphicFramePr>
        <p:xfrm>
          <a:off x="3148075" y="131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{F8B61C18-CE59-4B88-8DB6-C4A145070D21}</a:tableStyleId>
              </a:tblPr>
              <a:tblGrid>
                <a:gridCol w="2230475"/>
              </a:tblGrid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贸易欺诈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1" marL="0" marR="0" rtl="0" algn="l">
                        <a:lnSpc>
                          <a:spcPct val="118333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六智能体流水线</a:t>
                      </a:r>
                      <a:endParaRPr sz="10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筛查：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筛查每一份申报，而非抽样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提取：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通过 OCR 提取发票字段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核查：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价格、制裁名单与串通模式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结果：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审核从 30-90 分钟缩短到数秒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81" name="Google Shape;881;p7"/>
          <p:cNvGraphicFramePr/>
          <p:nvPr/>
        </p:nvGraphicFramePr>
        <p:xfrm>
          <a:off x="5654050" y="131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{F8B61C18-CE59-4B88-8DB6-C4A145070D21}</a:tableStyleId>
              </a:tblPr>
              <a:tblGrid>
                <a:gridCol w="2230475"/>
              </a:tblGrid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制造业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1" marL="0" marR="0" rtl="0" algn="l">
                        <a:lnSpc>
                          <a:spcPct val="118333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缺陷分诊 + 护栏</a:t>
                      </a:r>
                      <a:endParaRPr sz="10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依据：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每条结论都溯源到 SOP 条款或数据行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拦截：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拦截编造的零件号与操作码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弃答：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证据不足时选择不作答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结果：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人工核查从约 100% 降至 &lt;20%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f664926ee6_0_1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发现前准备：开展访谈 / 问卷调查</a:t>
            </a:r>
            <a:endParaRPr/>
          </a:p>
        </p:txBody>
      </p:sp>
      <p:sp>
        <p:nvSpPr>
          <p:cNvPr id="888" name="Google Shape;888;g3f664926ee6_0_13"/>
          <p:cNvSpPr txBox="1"/>
          <p:nvPr>
            <p:ph idx="1" type="subTitle"/>
          </p:nvPr>
        </p:nvSpPr>
        <p:spPr>
          <a:xfrm>
            <a:off x="457200" y="631950"/>
            <a:ext cx="7265100" cy="2940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/>
              <a:t>负责人：现场专家。当客户 / SE 不确定要解决什么问题时使用</a:t>
            </a:r>
            <a:endParaRPr/>
          </a:p>
        </p:txBody>
      </p:sp>
      <p:sp>
        <p:nvSpPr>
          <p:cNvPr id="889" name="Google Shape;889;g3f664926ee6_0_13"/>
          <p:cNvSpPr txBox="1"/>
          <p:nvPr/>
        </p:nvSpPr>
        <p:spPr>
          <a:xfrm>
            <a:off x="372425" y="1811775"/>
            <a:ext cx="2506200" cy="19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lus Jakarta Sans"/>
                <a:ea typeface="Plus Jakarta Sans"/>
                <a:cs typeface="Plus Jakarta Sans"/>
                <a:sym typeface="Plus Jakarta Sans"/>
              </a:rPr>
              <a:t>识别摩擦点</a:t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聚焦 AI 通常最擅长的痛点（重复劳动、数据过载、预测不佳）。</a:t>
            </a:r>
            <a:endParaRPr i="1"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890" name="Google Shape;890;g3f664926ee6_0_13"/>
          <p:cNvCxnSpPr/>
          <p:nvPr/>
        </p:nvCxnSpPr>
        <p:spPr>
          <a:xfrm>
            <a:off x="3120325" y="1207875"/>
            <a:ext cx="10200" cy="338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1" name="Google Shape;891;g3f664926ee6_0_13"/>
          <p:cNvSpPr txBox="1"/>
          <p:nvPr/>
        </p:nvSpPr>
        <p:spPr>
          <a:xfrm>
            <a:off x="3402150" y="1228000"/>
            <a:ext cx="5375100" cy="3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361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识别：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找出你部门中一个核心流程，它至少占用团队每周 20% 的手工工作量。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i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示例：手工分类邮件、从 PDF 中提取数据、总结长篇报告，或核对发票。</a:t>
            </a:r>
            <a:endParaRPr i="1"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361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瓶颈：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在上述流程中，主要的“卡点”是什么？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等待人工审批 / 审核。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需从多个彼此独立的系统获取数据。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清洗或整理不一致的数据。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需要专业知识的复杂决策。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361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“要是我能预知”之问：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如果你能以 90% 的准确率预测某一个业务变量（例如客户流失、设备故障、下月需求），哪一个最能改变你的策略？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92" name="Google Shape;892;g3f664926ee6_0_13"/>
          <p:cNvSpPr txBox="1"/>
          <p:nvPr/>
        </p:nvSpPr>
        <p:spPr>
          <a:xfrm>
            <a:off x="3382025" y="4076550"/>
            <a:ext cx="52341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lus Jakarta Sans"/>
                <a:ea typeface="Plus Jakarta Sans"/>
                <a:cs typeface="Plus Jakarta Sans"/>
                <a:sym typeface="Plus Jakarta Sans"/>
              </a:rPr>
              <a:t>重要：</a:t>
            </a:r>
            <a:r>
              <a:rPr lang="en-US">
                <a:latin typeface="Plus Jakarta Sans"/>
                <a:ea typeface="Plus Jakarta Sans"/>
                <a:cs typeface="Plus Jakarta Sans"/>
                <a:sym typeface="Plus Jakarta Sans"/>
              </a:rPr>
              <a:t>多用开放式问题，并借助 GPT 工具深入了解客户所在领域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f664926ee6_0_24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发现前准备：开展访谈 / 问卷调查</a:t>
            </a:r>
            <a:endParaRPr/>
          </a:p>
        </p:txBody>
      </p:sp>
      <p:sp>
        <p:nvSpPr>
          <p:cNvPr id="899" name="Google Shape;899;g3f664926ee6_0_24"/>
          <p:cNvSpPr txBox="1"/>
          <p:nvPr>
            <p:ph idx="1" type="subTitle"/>
          </p:nvPr>
        </p:nvSpPr>
        <p:spPr>
          <a:xfrm>
            <a:off x="457200" y="631950"/>
            <a:ext cx="7265100" cy="2940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/>
              <a:t>负责人：现场专家。当客户 / SE 不确定要解决什么问题时使用</a:t>
            </a:r>
            <a:endParaRPr/>
          </a:p>
        </p:txBody>
      </p:sp>
      <p:sp>
        <p:nvSpPr>
          <p:cNvPr id="900" name="Google Shape;900;g3f664926ee6_0_24"/>
          <p:cNvSpPr txBox="1"/>
          <p:nvPr/>
        </p:nvSpPr>
        <p:spPr>
          <a:xfrm>
            <a:off x="372425" y="1811775"/>
            <a:ext cx="2506200" cy="19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lus Jakarta Sans"/>
                <a:ea typeface="Plus Jakarta Sans"/>
                <a:cs typeface="Plus Jakarta Sans"/>
                <a:sym typeface="Plus Jakarta Sans"/>
              </a:rPr>
              <a:t>数据与工具就绪度</a:t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评估所需数据、管控与审批的可获得性</a:t>
            </a:r>
            <a:endParaRPr i="1"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901" name="Google Shape;901;g3f664926ee6_0_24"/>
          <p:cNvCxnSpPr/>
          <p:nvPr/>
        </p:nvCxnSpPr>
        <p:spPr>
          <a:xfrm>
            <a:off x="3120325" y="1207875"/>
            <a:ext cx="10200" cy="338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g3f664926ee6_0_24"/>
          <p:cNvSpPr txBox="1"/>
          <p:nvPr/>
        </p:nvSpPr>
        <p:spPr>
          <a:xfrm>
            <a:off x="3402150" y="1228000"/>
            <a:ext cx="5375100" cy="3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361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数据形态：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该流程的信息目前存放在哪里？（多选）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结构化数据库（SQL、Snowflake、ERP）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非结构化文档（PDF、Word、幻灯片）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内部沟通（Slack、邮件、Teams）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隐性经验（只存在于人的脑子里）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361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数据质量：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以 1-5 分计，你当前有多信任这些数据的准确性与整洁度？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i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（1 = 一团糟，5 = 可直接分析）</a:t>
            </a:r>
            <a:endParaRPr b="1"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03" name="Google Shape;903;g3f664926ee6_0_24"/>
          <p:cNvSpPr txBox="1"/>
          <p:nvPr/>
        </p:nvSpPr>
        <p:spPr>
          <a:xfrm>
            <a:off x="3382025" y="4076550"/>
            <a:ext cx="52341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lus Jakarta Sans"/>
                <a:ea typeface="Plus Jakarta Sans"/>
                <a:cs typeface="Plus Jakarta Sans"/>
                <a:sym typeface="Plus Jakarta Sans"/>
              </a:rPr>
              <a:t>重要：</a:t>
            </a:r>
            <a:r>
              <a:rPr lang="en-US">
                <a:latin typeface="Plus Jakarta Sans"/>
                <a:ea typeface="Plus Jakarta Sans"/>
                <a:cs typeface="Plus Jakarta Sans"/>
                <a:sym typeface="Plus Jakarta Sans"/>
              </a:rPr>
              <a:t>数据质量与就绪度将是最容易让你迅速翻车的头号环节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f664926ee6_0_3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发现前准备：开展访谈 / 问卷调查</a:t>
            </a:r>
            <a:endParaRPr/>
          </a:p>
        </p:txBody>
      </p:sp>
      <p:sp>
        <p:nvSpPr>
          <p:cNvPr id="910" name="Google Shape;910;g3f664926ee6_0_35"/>
          <p:cNvSpPr txBox="1"/>
          <p:nvPr>
            <p:ph idx="1" type="subTitle"/>
          </p:nvPr>
        </p:nvSpPr>
        <p:spPr>
          <a:xfrm>
            <a:off x="457200" y="631950"/>
            <a:ext cx="7265100" cy="2940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/>
              <a:t>负责人：现场专家。当客户 / SE 不确定要解决什么问题时使用</a:t>
            </a:r>
            <a:endParaRPr/>
          </a:p>
        </p:txBody>
      </p:sp>
      <p:sp>
        <p:nvSpPr>
          <p:cNvPr id="911" name="Google Shape;911;g3f664926ee6_0_35"/>
          <p:cNvSpPr txBox="1"/>
          <p:nvPr/>
        </p:nvSpPr>
        <p:spPr>
          <a:xfrm>
            <a:off x="372425" y="1811775"/>
            <a:ext cx="2506200" cy="19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lus Jakarta Sans"/>
                <a:ea typeface="Plus Jakarta Sans"/>
                <a:cs typeface="Plus Jakarta Sans"/>
                <a:sym typeface="Plus Jakarta Sans"/>
              </a:rPr>
              <a:t>战略影响</a:t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帮助在多个用例之间排定优先级</a:t>
            </a:r>
            <a:endParaRPr i="1"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912" name="Google Shape;912;g3f664926ee6_0_35"/>
          <p:cNvCxnSpPr/>
          <p:nvPr/>
        </p:nvCxnSpPr>
        <p:spPr>
          <a:xfrm>
            <a:off x="3120325" y="1207875"/>
            <a:ext cx="10200" cy="338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3" name="Google Shape;913;g3f664926ee6_0_35"/>
          <p:cNvSpPr txBox="1"/>
          <p:nvPr/>
        </p:nvSpPr>
        <p:spPr>
          <a:xfrm>
            <a:off x="3402150" y="1228000"/>
            <a:ext cx="5375100" cy="3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361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价值驱动：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如果用 AI 把这项任务自动化或“增强”，主要收益会是什么？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</a:t>
            </a: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成本节约：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减少人力或运营开支。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</a:t>
            </a: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速度：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把同样的任务做快 10 倍。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</a:t>
            </a: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质量：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减少人为错误，提升一致性。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</a:t>
            </a: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营收：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打造新产品或更好的客户体验。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361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风险容忍度：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这个 AI 要多“准”，你才会信任它？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</a:t>
            </a: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低风险：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70% 准确率即可（例如内部起草）。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</a:t>
            </a: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高风险：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需要 99% 准确率（例如财务报告、法律合规）</a:t>
            </a:r>
            <a:endParaRPr b="1"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14" name="Google Shape;914;g3f664926ee6_0_35"/>
          <p:cNvSpPr txBox="1"/>
          <p:nvPr/>
        </p:nvSpPr>
        <p:spPr>
          <a:xfrm>
            <a:off x="3382025" y="4076550"/>
            <a:ext cx="52341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lus Jakarta Sans"/>
                <a:ea typeface="Plus Jakarta Sans"/>
                <a:cs typeface="Plus Jakarta Sans"/>
                <a:sym typeface="Plus Jakarta Sans"/>
              </a:rPr>
              <a:t>重要：</a:t>
            </a:r>
            <a:r>
              <a:rPr lang="en-US">
                <a:latin typeface="Plus Jakarta Sans"/>
                <a:ea typeface="Plus Jakarta Sans"/>
                <a:cs typeface="Plus Jakarta Sans"/>
                <a:sym typeface="Plus Jakarta Sans"/>
              </a:rPr>
              <a:t>厘清战略影响，也有助于客户在内部推动该项目立项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f664926ee6_0_4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发现前准备：开展访谈 / 问卷调查</a:t>
            </a:r>
            <a:endParaRPr/>
          </a:p>
        </p:txBody>
      </p:sp>
      <p:sp>
        <p:nvSpPr>
          <p:cNvPr id="921" name="Google Shape;921;g3f664926ee6_0_46"/>
          <p:cNvSpPr txBox="1"/>
          <p:nvPr>
            <p:ph idx="1" type="subTitle"/>
          </p:nvPr>
        </p:nvSpPr>
        <p:spPr>
          <a:xfrm>
            <a:off x="457200" y="631950"/>
            <a:ext cx="7265100" cy="2940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/>
              <a:t>负责人：现场专家。当客户 / SE 不确定要解决什么问题时使用</a:t>
            </a:r>
            <a:endParaRPr/>
          </a:p>
        </p:txBody>
      </p:sp>
      <p:sp>
        <p:nvSpPr>
          <p:cNvPr id="922" name="Google Shape;922;g3f664926ee6_0_46"/>
          <p:cNvSpPr txBox="1"/>
          <p:nvPr/>
        </p:nvSpPr>
        <p:spPr>
          <a:xfrm>
            <a:off x="372425" y="1811775"/>
            <a:ext cx="2506200" cy="19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lus Jakarta Sans"/>
                <a:ea typeface="Plus Jakarta Sans"/>
                <a:cs typeface="Plus Jakarta Sans"/>
                <a:sym typeface="Plus Jakarta Sans"/>
              </a:rPr>
              <a:t>天马行空的设想</a:t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当客户另有“小算盘”、希望优先推进自己“项目”时，可以巧问的问题</a:t>
            </a:r>
            <a:endParaRPr i="1"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923" name="Google Shape;923;g3f664926ee6_0_46"/>
          <p:cNvCxnSpPr/>
          <p:nvPr/>
        </p:nvCxnSpPr>
        <p:spPr>
          <a:xfrm>
            <a:off x="3120325" y="1207875"/>
            <a:ext cx="10200" cy="338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4" name="Google Shape;924;g3f664926ee6_0_46"/>
          <p:cNvSpPr txBox="1"/>
          <p:nvPr/>
        </p:nvSpPr>
        <p:spPr>
          <a:xfrm>
            <a:off x="3402150" y="1228000"/>
            <a:ext cx="5375100" cy="3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361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天马行空：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如果你有一位“神奇助手”，通晓你部门 / 领域的全部历史数据，并能在几秒内回答任何问题，你最先会问它什么？</a:t>
            </a:r>
            <a:endParaRPr b="1"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25" name="Google Shape;925;g3f664926ee6_0_46"/>
          <p:cNvSpPr txBox="1"/>
          <p:nvPr/>
        </p:nvSpPr>
        <p:spPr>
          <a:xfrm>
            <a:off x="3372225" y="3666625"/>
            <a:ext cx="52341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lus Jakarta Sans"/>
                <a:ea typeface="Plus Jakarta Sans"/>
                <a:cs typeface="Plus Jakarta Sans"/>
                <a:sym typeface="Plus Jakarta Sans"/>
              </a:rPr>
              <a:t>重要：</a:t>
            </a:r>
            <a:r>
              <a:rPr lang="en-US">
                <a:latin typeface="Plus Jakarta Sans"/>
                <a:ea typeface="Plus Jakarta Sans"/>
                <a:cs typeface="Plus Jakarta Sans"/>
                <a:sym typeface="Plus Jakarta Sans"/>
              </a:rPr>
              <a:t>厘清战略影响，也有助于客户在内部推动该项目立项，</a:t>
            </a:r>
            <a:r>
              <a:rPr b="1" i="1" lang="en-US">
                <a:latin typeface="Plus Jakarta Sans"/>
                <a:ea typeface="Plus Jakarta Sans"/>
                <a:cs typeface="Plus Jakarta Sans"/>
                <a:sym typeface="Plus Jakarta Sans"/>
              </a:rPr>
              <a:t>也可基于领域自建问题清单，或联系行业解决方案团队</a:t>
            </a:r>
            <a:endParaRPr b="1" i="1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9"/>
          <p:cNvSpPr txBox="1"/>
          <p:nvPr>
            <p:ph idx="1" type="body"/>
          </p:nvPr>
        </p:nvSpPr>
        <p:spPr>
          <a:xfrm>
            <a:off x="457200" y="1264922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我们一起梳理你的日常工作流：步骤、数据与工具。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我们精准找出 AI 智能体能为团队卸下手工负担的环节。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大约只需 10 分钟，就能为工作坊打好基础。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扫码或打开你的链接即可开始：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http://localhost:3000/d/acme-1a2b3c</a:t>
            </a:r>
            <a:endParaRPr/>
          </a:p>
        </p:txBody>
      </p:sp>
      <p:pic>
        <p:nvPicPr>
          <p:cNvPr descr="image.png" id="932" name="Google Shape;9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0" y="265176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一起梳理你的用例</a:t>
            </a:r>
            <a:endParaRPr/>
          </a:p>
        </p:txBody>
      </p:sp>
      <p:sp>
        <p:nvSpPr>
          <p:cNvPr id="934" name="Google Shape;934;p9"/>
          <p:cNvSpPr txBox="1"/>
          <p:nvPr>
            <p:ph idx="2" type="subTitle"/>
          </p:nvPr>
        </p:nvSpPr>
        <p:spPr>
          <a:xfrm>
            <a:off x="457200" y="631950"/>
            <a:ext cx="7265100" cy="2940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/>
              <a:t>你的用例发现问卷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oudera Brand Theme">
  <a:themeElements>
    <a:clrScheme name="Cloudera Brand Template ">
      <a:dk1>
        <a:srgbClr val="100045"/>
      </a:dk1>
      <a:lt1>
        <a:srgbClr val="FFFFFF"/>
      </a:lt1>
      <a:dk2>
        <a:srgbClr val="A8AFB9"/>
      </a:dk2>
      <a:lt2>
        <a:srgbClr val="FFFFFF"/>
      </a:lt2>
      <a:accent1>
        <a:srgbClr val="FF550C"/>
      </a:accent1>
      <a:accent2>
        <a:srgbClr val="5555F9"/>
      </a:accent2>
      <a:accent3>
        <a:srgbClr val="110046"/>
      </a:accent3>
      <a:accent4>
        <a:srgbClr val="5555F9"/>
      </a:accent4>
      <a:accent5>
        <a:srgbClr val="FE773C"/>
      </a:accent5>
      <a:accent6>
        <a:srgbClr val="FE8756"/>
      </a:accent6>
      <a:hlink>
        <a:srgbClr val="8789FB"/>
      </a:hlink>
      <a:folHlink>
        <a:srgbClr val="2617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loudera Brand Theme">
  <a:themeElements>
    <a:clrScheme name="Cloudera Brand Template ">
      <a:dk1>
        <a:srgbClr val="100045"/>
      </a:dk1>
      <a:lt1>
        <a:srgbClr val="FFFFFF"/>
      </a:lt1>
      <a:dk2>
        <a:srgbClr val="A8AFB9"/>
      </a:dk2>
      <a:lt2>
        <a:srgbClr val="FFFFFF"/>
      </a:lt2>
      <a:accent1>
        <a:srgbClr val="FF550C"/>
      </a:accent1>
      <a:accent2>
        <a:srgbClr val="5555F9"/>
      </a:accent2>
      <a:accent3>
        <a:srgbClr val="110046"/>
      </a:accent3>
      <a:accent4>
        <a:srgbClr val="5555F9"/>
      </a:accent4>
      <a:accent5>
        <a:srgbClr val="FE773C"/>
      </a:accent5>
      <a:accent6>
        <a:srgbClr val="FE8756"/>
      </a:accent6>
      <a:hlink>
        <a:srgbClr val="8789FB"/>
      </a:hlink>
      <a:folHlink>
        <a:srgbClr val="2617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