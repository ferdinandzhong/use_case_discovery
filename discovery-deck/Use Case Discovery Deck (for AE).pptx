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110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2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04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117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116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10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1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112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10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111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03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101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99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0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107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09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115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100.xml"/>
  <Override ContentType="application/vnd.openxmlformats-officedocument.presentationml.slideLayout+xml" PartName="/ppt/slideLayouts/slideLayout113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5"/>
    <p:sldMasterId id="2147483708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y="5143500" cx="9144000"/>
  <p:notesSz cx="6858000" cy="9144000"/>
  <p:embeddedFontLst>
    <p:embeddedFont>
      <p:font typeface="Plus Jakarta Sans"/>
      <p:regular r:id="rId20"/>
      <p:bold r:id="rId21"/>
      <p:italic r:id="rId22"/>
      <p:boldItalic r:id="rId23"/>
    </p:embeddedFont>
    <p:embeddedFont>
      <p:font typeface="Google Sans"/>
      <p:regular r:id="rId24"/>
      <p:bold r:id="rId25"/>
      <p:italic r:id="rId26"/>
      <p:boldItalic r:id="rId27"/>
    </p:embeddedFont>
    <p:embeddedFont>
      <p:font typeface="Plus Jakarta Sans SemiBold"/>
      <p:regular r:id="rId28"/>
      <p:bold r:id="rId29"/>
      <p:italic r:id="rId30"/>
      <p:boldItalic r:id="rId31"/>
    </p:embeddedFont>
    <p:embeddedFont>
      <p:font typeface="Plus Jakarta Sans Medium"/>
      <p:regular r:id="rId32"/>
      <p:bold r:id="rId33"/>
      <p:italic r:id="rId34"/>
      <p:boldItalic r:id="rId35"/>
    </p:embeddedFont>
    <p:embeddedFont>
      <p:font typeface="Plus Jakarta Sans Light"/>
      <p:regular r:id="rId36"/>
      <p:bold r:id="rId37"/>
      <p:italic r:id="rId38"/>
      <p:boldItalic r:id="rId39"/>
    </p:embeddedFont>
    <p:embeddedFont>
      <p:font typeface="Ole"/>
      <p:regular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204">
          <p15:clr>
            <a:srgbClr val="A4A3A4"/>
          </p15:clr>
        </p15:guide>
        <p15:guide id="2" orient="horz" pos="1476">
          <p15:clr>
            <a:srgbClr val="A4A3A4"/>
          </p15:clr>
        </p15:guide>
        <p15:guide id="3" orient="horz" pos="804">
          <p15:clr>
            <a:srgbClr val="A4A3A4"/>
          </p15:clr>
        </p15:guide>
        <p15:guide id="4" orient="horz" pos="276">
          <p15:clr>
            <a:srgbClr val="A4A3A4"/>
          </p15:clr>
        </p15:guide>
        <p15:guide id="5" orient="horz" pos="468">
          <p15:clr>
            <a:srgbClr val="A4A3A4"/>
          </p15:clr>
        </p15:guide>
        <p15:guide id="6" pos="5712">
          <p15:clr>
            <a:srgbClr val="A4A3A4"/>
          </p15:clr>
        </p15:guide>
        <p15:guide id="7" pos="5376">
          <p15:clr>
            <a:srgbClr val="A4A3A4"/>
          </p15:clr>
        </p15:guide>
        <p15:guide id="8" pos="2880">
          <p15:clr>
            <a:srgbClr val="A4A3A4"/>
          </p15:clr>
        </p15:guide>
        <p15:guide id="9" pos="48">
          <p15:clr>
            <a:srgbClr val="A4A3A4"/>
          </p15:clr>
        </p15:guide>
        <p15:guide id="10" pos="336">
          <p15:clr>
            <a:srgbClr val="A4A3A4"/>
          </p15:clr>
        </p15:guide>
        <p15:guide id="11" pos="384">
          <p15:clr>
            <a:srgbClr val="A4A3A4"/>
          </p15:clr>
        </p15:guide>
      </p15:sldGuideLst>
    </p:ext>
    <p:ext uri="{2D200454-40CA-4A62-9FC3-DE9A4176ACB9}">
      <p15:notes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GoogleSlidesCustomDataVersion2">
      <go:slidesCustomData xmlns:go="http://customooxmlschemas.google.com/" r:id="rId41" roundtripDataSignature="AMtx7mg1wF4rUKXDXcrgP6ThWW8FnlCJr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8B61C18-CE59-4B88-8DB6-C4A145070D21}">
  <a:tblStyle styleId="{F8B61C18-CE59-4B88-8DB6-C4A145070D21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204" orient="horz"/>
        <p:guide pos="1476" orient="horz"/>
        <p:guide pos="804" orient="horz"/>
        <p:guide pos="276" orient="horz"/>
        <p:guide pos="468" orient="horz"/>
        <p:guide pos="5712"/>
        <p:guide pos="5376"/>
        <p:guide pos="2880"/>
        <p:guide pos="48"/>
        <p:guide pos="336"/>
        <p:guide pos="384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Ole-regular.fntdata"/><Relationship Id="rId41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PlusJakartaSansSemiBold-boldItalic.fntdata"/><Relationship Id="rId30" Type="http://schemas.openxmlformats.org/officeDocument/2006/relationships/font" Target="fonts/PlusJakartaSansSemiBold-italic.fntdata"/><Relationship Id="rId33" Type="http://schemas.openxmlformats.org/officeDocument/2006/relationships/font" Target="fonts/PlusJakartaSansMedium-bold.fntdata"/><Relationship Id="rId32" Type="http://schemas.openxmlformats.org/officeDocument/2006/relationships/font" Target="fonts/PlusJakartaSansMedium-regular.fntdata"/><Relationship Id="rId35" Type="http://schemas.openxmlformats.org/officeDocument/2006/relationships/font" Target="fonts/PlusJakartaSansMedium-boldItalic.fntdata"/><Relationship Id="rId34" Type="http://schemas.openxmlformats.org/officeDocument/2006/relationships/font" Target="fonts/PlusJakartaSansMedium-italic.fntdata"/><Relationship Id="rId37" Type="http://schemas.openxmlformats.org/officeDocument/2006/relationships/font" Target="fonts/PlusJakartaSansLight-bold.fntdata"/><Relationship Id="rId36" Type="http://schemas.openxmlformats.org/officeDocument/2006/relationships/font" Target="fonts/PlusJakartaSansLight-regular.fntdata"/><Relationship Id="rId39" Type="http://schemas.openxmlformats.org/officeDocument/2006/relationships/font" Target="fonts/PlusJakartaSansLight-boldItalic.fntdata"/><Relationship Id="rId38" Type="http://schemas.openxmlformats.org/officeDocument/2006/relationships/font" Target="fonts/PlusJakartaSansLight-italic.fntdata"/><Relationship Id="rId20" Type="http://schemas.openxmlformats.org/officeDocument/2006/relationships/font" Target="fonts/PlusJakartaSans-regular.fntdata"/><Relationship Id="rId22" Type="http://schemas.openxmlformats.org/officeDocument/2006/relationships/font" Target="fonts/PlusJakartaSans-italic.fntdata"/><Relationship Id="rId21" Type="http://schemas.openxmlformats.org/officeDocument/2006/relationships/font" Target="fonts/PlusJakartaSans-bold.fntdata"/><Relationship Id="rId24" Type="http://schemas.openxmlformats.org/officeDocument/2006/relationships/font" Target="fonts/GoogleSans-regular.fntdata"/><Relationship Id="rId23" Type="http://schemas.openxmlformats.org/officeDocument/2006/relationships/font" Target="fonts/PlusJakartaSans-boldItalic.fntdata"/><Relationship Id="rId26" Type="http://schemas.openxmlformats.org/officeDocument/2006/relationships/font" Target="fonts/GoogleSans-italic.fntdata"/><Relationship Id="rId25" Type="http://schemas.openxmlformats.org/officeDocument/2006/relationships/font" Target="fonts/GoogleSans-bold.fntdata"/><Relationship Id="rId28" Type="http://schemas.openxmlformats.org/officeDocument/2006/relationships/font" Target="fonts/PlusJakartaSansSemiBold-regular.fntdata"/><Relationship Id="rId27" Type="http://schemas.openxmlformats.org/officeDocument/2006/relationships/font" Target="fonts/GoogleSans-boldItalic.fntdata"/><Relationship Id="rId29" Type="http://schemas.openxmlformats.org/officeDocument/2006/relationships/font" Target="fonts/PlusJakartaSansSemiBold-bold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le"/>
                <a:ea typeface="Ole"/>
                <a:cs typeface="Ole"/>
                <a:sym typeface="Ol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le"/>
                <a:ea typeface="Ole"/>
                <a:cs typeface="Ole"/>
                <a:sym typeface="Ol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le"/>
                <a:ea typeface="Ole"/>
                <a:cs typeface="Ole"/>
                <a:sym typeface="Ole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le"/>
                <a:ea typeface="Ole"/>
                <a:cs typeface="Ole"/>
                <a:sym typeface="Ole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le"/>
                <a:ea typeface="Ole"/>
                <a:cs typeface="Ole"/>
                <a:sym typeface="Ole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le"/>
                <a:ea typeface="Ole"/>
                <a:cs typeface="Ole"/>
                <a:sym typeface="Ole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le"/>
                <a:ea typeface="Ole"/>
                <a:cs typeface="Ole"/>
                <a:sym typeface="Ole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le"/>
                <a:ea typeface="Ole"/>
                <a:cs typeface="Ole"/>
                <a:sym typeface="Ol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Ole"/>
                <a:ea typeface="Ole"/>
                <a:cs typeface="Ole"/>
                <a:sym typeface="Ole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Ole"/>
              <a:ea typeface="Ole"/>
              <a:cs typeface="Ole"/>
              <a:sym typeface="Ole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7" name="Google Shape;77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778" name="Google Shape;778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785" name="Google Shape;785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g3f66373b4a9_0_16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0" name="Google Shape;800;g3f66373b4a9_0_160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g3f66373b4a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4" name="Google Shape;814;g3f66373b4a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R&amp;D data is a natural fit for a graph data connectivity. Only approach for removing knowledge silos in R&amp;D, and also making the AI groundable with right context. </a:t>
            </a:r>
            <a:br>
              <a:rPr lang="en-US"/>
            </a:br>
            <a:r>
              <a:rPr lang="en-US"/>
              <a:t>Customer proof point: Abbvie ARCH graph 30 million nodes, and 2 billion relationships. All the plumbing runs on Cloudera, and Neo4j is the destination. </a:t>
            </a:r>
            <a:br>
              <a:rPr lang="en-US"/>
            </a:b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841" name="Google Shape;841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g3f664926ee6_0_3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2" name="Google Shape;862;g3f664926ee6_0_38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4" name="Google Shape;87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875" name="Google Shape;875;p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g3f664926ee6_0_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4" name="Google Shape;884;g3f664926ee6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5" name="Google Shape;885;g3f664926ee6_0_1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g3f664926ee6_0_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5" name="Google Shape;895;g3f664926ee6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g3f664926ee6_0_2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g3f664926ee6_0_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6" name="Google Shape;906;g3f664926ee6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7" name="Google Shape;907;g3f664926ee6_0_3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3f664926ee6_0_4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3f664926ee6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8" name="Google Shape;918;g3f664926ee6_0_4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8" name="Google Shape;92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929" name="Google Shape;929;p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3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9.png"/><Relationship Id="rId4" Type="http://schemas.openxmlformats.org/officeDocument/2006/relationships/image" Target="../media/image17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3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17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9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25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5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2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Relationship Id="rId3" Type="http://schemas.openxmlformats.org/officeDocument/2006/relationships/image" Target="../media/image33.png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Relationship Id="rId3" Type="http://schemas.openxmlformats.org/officeDocument/2006/relationships/image" Target="../media/image2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Relationship Id="rId3" Type="http://schemas.openxmlformats.org/officeDocument/2006/relationships/image" Target="../media/image5.png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Relationship Id="rId3" Type="http://schemas.openxmlformats.org/officeDocument/2006/relationships/image" Target="../media/image9.png"/><Relationship Id="rId4" Type="http://schemas.openxmlformats.org/officeDocument/2006/relationships/image" Target="../media/image17.pn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Relationship Id="rId3" Type="http://schemas.openxmlformats.org/officeDocument/2006/relationships/image" Target="../media/image33.png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Relationship Id="rId3" Type="http://schemas.openxmlformats.org/officeDocument/2006/relationships/image" Target="../media/image3.png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4.png"/><Relationship Id="rId3" Type="http://schemas.openxmlformats.org/officeDocument/2006/relationships/image" Target="../media/image17.png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9.png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0.png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Layouts/_rels/slideLayout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25.png"/></Relationships>
</file>

<file path=ppt/slideLayouts/_rels/slideLayout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.png"/></Relationships>
</file>

<file path=ppt/slideLayouts/_rels/slideLayout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25.png"/></Relationships>
</file>

<file path=ppt/slideLayouts/_rels/slideLayout1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/Relationships>
</file>

<file path=ppt/slideLayouts/_rels/slideLayout1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/Relationships>
</file>

<file path=ppt/slideLayouts/_rels/slideLayout1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/Relationships>
</file>

<file path=ppt/slideLayouts/_rels/slideLayout1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Relationship Id="rId3" Type="http://schemas.openxmlformats.org/officeDocument/2006/relationships/image" Target="../media/image2.png"/></Relationships>
</file>

<file path=ppt/slideLayouts/_rels/slideLayout1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1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Slide | Nodes on the Right | Twilight">
  <p:cSld name="4_Custom Layout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g3f66373b4a9_0_428"/>
          <p:cNvSpPr txBox="1"/>
          <p:nvPr>
            <p:ph idx="1" type="body"/>
          </p:nvPr>
        </p:nvSpPr>
        <p:spPr>
          <a:xfrm>
            <a:off x="457200" y="4491831"/>
            <a:ext cx="35052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Plus Jakarta Sans"/>
              <a:buNone/>
              <a:defRPr b="0" i="0" sz="13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228600" lvl="1" marL="914400" algn="l">
              <a:lnSpc>
                <a:spcPct val="129090"/>
              </a:lnSpc>
              <a:spcBef>
                <a:spcPts val="500"/>
              </a:spcBef>
              <a:spcAft>
                <a:spcPts val="0"/>
              </a:spcAft>
              <a:buSzPts val="1320"/>
              <a:buFont typeface="Plus Jakarta Sans"/>
              <a:buNone/>
              <a:defRPr>
                <a:solidFill>
                  <a:schemeClr val="lt1"/>
                </a:solidFill>
              </a:defRPr>
            </a:lvl2pPr>
            <a:lvl3pPr indent="-304800" lvl="2" marL="1371600" algn="l">
              <a:spcBef>
                <a:spcPts val="2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3pPr>
            <a:lvl4pPr indent="-279400" lvl="3" marL="1828800" algn="l">
              <a:spcBef>
                <a:spcPts val="160"/>
              </a:spcBef>
              <a:spcAft>
                <a:spcPts val="0"/>
              </a:spcAft>
              <a:buClr>
                <a:schemeClr val="lt1"/>
              </a:buClr>
              <a:buSzPts val="800"/>
              <a:buChar char="–"/>
              <a:defRPr>
                <a:solidFill>
                  <a:schemeClr val="lt1"/>
                </a:solidFill>
              </a:defRPr>
            </a:lvl4pPr>
            <a:lvl5pPr indent="-279400" lvl="4" marL="2286000" algn="l">
              <a:spcBef>
                <a:spcPts val="160"/>
              </a:spcBef>
              <a:spcAft>
                <a:spcPts val="0"/>
              </a:spcAft>
              <a:buClr>
                <a:schemeClr val="lt1"/>
              </a:buClr>
              <a:buSzPts val="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6" name="Google Shape;16;g3f66373b4a9_0_4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57200" y="686457"/>
            <a:ext cx="2321469" cy="2850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g3f66373b4a9_0_428"/>
          <p:cNvPicPr preferRelativeResize="0"/>
          <p:nvPr/>
        </p:nvPicPr>
        <p:blipFill rotWithShape="1">
          <a:blip r:embed="rId3">
            <a:alphaModFix/>
          </a:blip>
          <a:srcRect b="1168" l="36260" r="-4651" t="3129"/>
          <a:stretch/>
        </p:blipFill>
        <p:spPr>
          <a:xfrm rot="5400000">
            <a:off x="6285751" y="-113456"/>
            <a:ext cx="2744888" cy="2971799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g3f66373b4a9_0_428"/>
          <p:cNvSpPr txBox="1"/>
          <p:nvPr>
            <p:ph type="title"/>
          </p:nvPr>
        </p:nvSpPr>
        <p:spPr>
          <a:xfrm>
            <a:off x="457200" y="1908100"/>
            <a:ext cx="58626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3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g3f66373b4a9_0_428"/>
          <p:cNvSpPr txBox="1"/>
          <p:nvPr>
            <p:ph idx="2" type="body"/>
          </p:nvPr>
        </p:nvSpPr>
        <p:spPr>
          <a:xfrm>
            <a:off x="457200" y="2604200"/>
            <a:ext cx="58626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 SemiBold"/>
              <a:buNone/>
              <a:defRPr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78888"/>
              </a:lnSpc>
              <a:spcBef>
                <a:spcPts val="5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g3f66373b4a9_0_428"/>
          <p:cNvSpPr/>
          <p:nvPr/>
        </p:nvSpPr>
        <p:spPr>
          <a:xfrm>
            <a:off x="331875" y="4801925"/>
            <a:ext cx="2404800" cy="187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1" name="Google Shape;21;g3f66373b4a9_0_428"/>
          <p:cNvSpPr/>
          <p:nvPr/>
        </p:nvSpPr>
        <p:spPr>
          <a:xfrm>
            <a:off x="7524900" y="4748600"/>
            <a:ext cx="1239900" cy="210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Slide | Nodes on the Left | White">
  <p:cSld name="4_Custom Layout_2_1">
    <p:bg>
      <p:bgPr>
        <a:solidFill>
          <a:schemeClr val="lt1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g3f66373b4a9_0_436"/>
          <p:cNvSpPr/>
          <p:nvPr/>
        </p:nvSpPr>
        <p:spPr>
          <a:xfrm>
            <a:off x="261600" y="4630175"/>
            <a:ext cx="2553000" cy="468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4" name="Google Shape;24;g3f66373b4a9_0_436"/>
          <p:cNvSpPr txBox="1"/>
          <p:nvPr>
            <p:ph idx="1" type="body"/>
          </p:nvPr>
        </p:nvSpPr>
        <p:spPr>
          <a:xfrm>
            <a:off x="3670625" y="4491831"/>
            <a:ext cx="35052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lus Jakarta Sans"/>
              <a:buNone/>
              <a:defRPr b="0" i="0" sz="13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228600" lvl="1" marL="914400" algn="l">
              <a:lnSpc>
                <a:spcPct val="129090"/>
              </a:lnSpc>
              <a:spcBef>
                <a:spcPts val="500"/>
              </a:spcBef>
              <a:spcAft>
                <a:spcPts val="0"/>
              </a:spcAft>
              <a:buClr>
                <a:srgbClr val="1F2A32"/>
              </a:buClr>
              <a:buSzPts val="1320"/>
              <a:buFont typeface="Plus Jakarta Sans"/>
              <a:buNone/>
              <a:defRPr>
                <a:solidFill>
                  <a:srgbClr val="1F2A32"/>
                </a:solidFill>
              </a:defRPr>
            </a:lvl2pPr>
            <a:lvl3pPr indent="-304800" lvl="2" marL="1371600" algn="l">
              <a:spcBef>
                <a:spcPts val="200"/>
              </a:spcBef>
              <a:spcAft>
                <a:spcPts val="0"/>
              </a:spcAft>
              <a:buClr>
                <a:srgbClr val="4E5661"/>
              </a:buClr>
              <a:buSzPts val="1200"/>
              <a:buChar char="•"/>
              <a:defRPr>
                <a:solidFill>
                  <a:srgbClr val="4E5661"/>
                </a:solidFill>
              </a:defRPr>
            </a:lvl3pPr>
            <a:lvl4pPr indent="-279400" lvl="3" marL="1828800" algn="l">
              <a:spcBef>
                <a:spcPts val="160"/>
              </a:spcBef>
              <a:spcAft>
                <a:spcPts val="0"/>
              </a:spcAft>
              <a:buClr>
                <a:srgbClr val="4E5661"/>
              </a:buClr>
              <a:buSzPts val="800"/>
              <a:buChar char="–"/>
              <a:defRPr>
                <a:solidFill>
                  <a:srgbClr val="4E5661"/>
                </a:solidFill>
              </a:defRPr>
            </a:lvl4pPr>
            <a:lvl5pPr indent="-279400" lvl="4" marL="2286000" algn="l">
              <a:spcBef>
                <a:spcPts val="160"/>
              </a:spcBef>
              <a:spcAft>
                <a:spcPts val="0"/>
              </a:spcAft>
              <a:buClr>
                <a:srgbClr val="4E5661"/>
              </a:buClr>
              <a:buSzPts val="800"/>
              <a:buChar char="»"/>
              <a:defRPr>
                <a:solidFill>
                  <a:srgbClr val="4E566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g3f66373b4a9_0_436"/>
          <p:cNvSpPr/>
          <p:nvPr/>
        </p:nvSpPr>
        <p:spPr>
          <a:xfrm>
            <a:off x="529300" y="991125"/>
            <a:ext cx="1306200" cy="407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26" name="Google Shape;26;g3f66373b4a9_0_4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70625" y="1363032"/>
            <a:ext cx="2321469" cy="2850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g3f66373b4a9_0_436"/>
          <p:cNvPicPr preferRelativeResize="0"/>
          <p:nvPr/>
        </p:nvPicPr>
        <p:blipFill rotWithShape="1">
          <a:blip r:embed="rId3">
            <a:alphaModFix/>
          </a:blip>
          <a:srcRect b="9229" l="50" r="28735" t="23653"/>
          <a:stretch/>
        </p:blipFill>
        <p:spPr>
          <a:xfrm rot="10800000">
            <a:off x="4976" y="-4300"/>
            <a:ext cx="3101374" cy="5148975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g3f66373b4a9_0_436"/>
          <p:cNvSpPr txBox="1"/>
          <p:nvPr>
            <p:ph type="title"/>
          </p:nvPr>
        </p:nvSpPr>
        <p:spPr>
          <a:xfrm>
            <a:off x="3670625" y="2160475"/>
            <a:ext cx="58626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3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" name="Google Shape;29;g3f66373b4a9_0_436"/>
          <p:cNvSpPr txBox="1"/>
          <p:nvPr>
            <p:ph idx="2" type="body"/>
          </p:nvPr>
        </p:nvSpPr>
        <p:spPr>
          <a:xfrm>
            <a:off x="3670625" y="2856575"/>
            <a:ext cx="58626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Plus Jakarta Sans SemiBold"/>
              <a:buNone/>
              <a:defRPr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78888"/>
              </a:lnSpc>
              <a:spcBef>
                <a:spcPts val="5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g3f66373b4a9_0_436"/>
          <p:cNvSpPr/>
          <p:nvPr/>
        </p:nvSpPr>
        <p:spPr>
          <a:xfrm>
            <a:off x="7524900" y="4748600"/>
            <a:ext cx="1239900" cy="210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Slide | Nodes on the Left | Twilight">
  <p:cSld name="4_Custom Layout_2_1_1">
    <p:bg>
      <p:bgPr>
        <a:solidFill>
          <a:schemeClr val="dk1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f66373b4a9_0_445"/>
          <p:cNvSpPr/>
          <p:nvPr/>
        </p:nvSpPr>
        <p:spPr>
          <a:xfrm>
            <a:off x="261600" y="4630175"/>
            <a:ext cx="2553000" cy="46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3" name="Google Shape;33;g3f66373b4a9_0_445"/>
          <p:cNvSpPr txBox="1"/>
          <p:nvPr>
            <p:ph idx="1" type="body"/>
          </p:nvPr>
        </p:nvSpPr>
        <p:spPr>
          <a:xfrm>
            <a:off x="3670625" y="4491831"/>
            <a:ext cx="35052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Plus Jakarta Sans"/>
              <a:buNone/>
              <a:defRPr b="0" i="0" sz="13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228600" lvl="1" marL="914400" algn="l">
              <a:lnSpc>
                <a:spcPct val="129090"/>
              </a:lnSpc>
              <a:spcBef>
                <a:spcPts val="500"/>
              </a:spcBef>
              <a:spcAft>
                <a:spcPts val="0"/>
              </a:spcAft>
              <a:buSzPts val="1320"/>
              <a:buFont typeface="Plus Jakarta Sans"/>
              <a:buNone/>
              <a:defRPr>
                <a:solidFill>
                  <a:schemeClr val="lt1"/>
                </a:solidFill>
              </a:defRPr>
            </a:lvl2pPr>
            <a:lvl3pPr indent="-304800" lvl="2" marL="1371600" algn="l">
              <a:spcBef>
                <a:spcPts val="2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3pPr>
            <a:lvl4pPr indent="-279400" lvl="3" marL="1828800" algn="l">
              <a:spcBef>
                <a:spcPts val="160"/>
              </a:spcBef>
              <a:spcAft>
                <a:spcPts val="0"/>
              </a:spcAft>
              <a:buClr>
                <a:schemeClr val="lt1"/>
              </a:buClr>
              <a:buSzPts val="800"/>
              <a:buChar char="–"/>
              <a:defRPr>
                <a:solidFill>
                  <a:schemeClr val="lt1"/>
                </a:solidFill>
              </a:defRPr>
            </a:lvl4pPr>
            <a:lvl5pPr indent="-279400" lvl="4" marL="2286000" algn="l">
              <a:spcBef>
                <a:spcPts val="160"/>
              </a:spcBef>
              <a:spcAft>
                <a:spcPts val="0"/>
              </a:spcAft>
              <a:buClr>
                <a:schemeClr val="lt1"/>
              </a:buClr>
              <a:buSzPts val="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g3f66373b4a9_0_445"/>
          <p:cNvSpPr/>
          <p:nvPr/>
        </p:nvSpPr>
        <p:spPr>
          <a:xfrm>
            <a:off x="529300" y="1027300"/>
            <a:ext cx="1306200" cy="4041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35" name="Google Shape;35;g3f66373b4a9_0_44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70625" y="1363032"/>
            <a:ext cx="2321469" cy="285093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g3f66373b4a9_0_445"/>
          <p:cNvPicPr preferRelativeResize="0"/>
          <p:nvPr/>
        </p:nvPicPr>
        <p:blipFill rotWithShape="1">
          <a:blip r:embed="rId3">
            <a:alphaModFix/>
          </a:blip>
          <a:srcRect b="9176" l="-43" r="28736" t="23552"/>
          <a:stretch/>
        </p:blipFill>
        <p:spPr>
          <a:xfrm rot="10800000">
            <a:off x="4301" y="-4301"/>
            <a:ext cx="3102049" cy="5155101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g3f66373b4a9_0_445"/>
          <p:cNvSpPr txBox="1"/>
          <p:nvPr>
            <p:ph type="title"/>
          </p:nvPr>
        </p:nvSpPr>
        <p:spPr>
          <a:xfrm>
            <a:off x="3670625" y="2160475"/>
            <a:ext cx="58626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3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g3f66373b4a9_0_445"/>
          <p:cNvSpPr txBox="1"/>
          <p:nvPr>
            <p:ph idx="2" type="body"/>
          </p:nvPr>
        </p:nvSpPr>
        <p:spPr>
          <a:xfrm>
            <a:off x="3670625" y="2856575"/>
            <a:ext cx="58626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 SemiBold"/>
              <a:buNone/>
              <a:defRPr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78888"/>
              </a:lnSpc>
              <a:spcBef>
                <a:spcPts val="5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g3f66373b4a9_0_445"/>
          <p:cNvSpPr/>
          <p:nvPr/>
        </p:nvSpPr>
        <p:spPr>
          <a:xfrm>
            <a:off x="7524900" y="4748600"/>
            <a:ext cx="1239900" cy="210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| Nodes at the Bottom | Orange">
  <p:cSld name="4_Custom Layout_1_1">
    <p:bg>
      <p:bgPr>
        <a:solidFill>
          <a:schemeClr val="accent1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3f66373b4a9_0_454"/>
          <p:cNvSpPr/>
          <p:nvPr/>
        </p:nvSpPr>
        <p:spPr>
          <a:xfrm>
            <a:off x="261600" y="4630175"/>
            <a:ext cx="2553000" cy="46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42" name="Google Shape;42;g3f66373b4a9_0_454"/>
          <p:cNvPicPr preferRelativeResize="0"/>
          <p:nvPr/>
        </p:nvPicPr>
        <p:blipFill rotWithShape="1">
          <a:blip r:embed="rId2">
            <a:alphaModFix/>
          </a:blip>
          <a:srcRect b="3387" l="16421" r="40904" t="662"/>
          <a:stretch/>
        </p:blipFill>
        <p:spPr>
          <a:xfrm rot="5400000">
            <a:off x="2756549" y="-1247399"/>
            <a:ext cx="3630903" cy="9150900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g3f66373b4a9_0_454"/>
          <p:cNvSpPr/>
          <p:nvPr/>
        </p:nvSpPr>
        <p:spPr>
          <a:xfrm>
            <a:off x="150" y="1473425"/>
            <a:ext cx="9144000" cy="3630900"/>
          </a:xfrm>
          <a:prstGeom prst="rect">
            <a:avLst/>
          </a:prstGeom>
          <a:gradFill>
            <a:gsLst>
              <a:gs pos="0">
                <a:schemeClr val="accent1"/>
              </a:gs>
              <a:gs pos="25000">
                <a:schemeClr val="accent1"/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4" name="Google Shape;44;g3f66373b4a9_0_454"/>
          <p:cNvSpPr txBox="1"/>
          <p:nvPr>
            <p:ph type="title"/>
          </p:nvPr>
        </p:nvSpPr>
        <p:spPr>
          <a:xfrm>
            <a:off x="457200" y="1938688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us Jakarta Sans"/>
              <a:buNone/>
              <a:defRPr sz="23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g3f66373b4a9_0_454"/>
          <p:cNvSpPr txBox="1"/>
          <p:nvPr>
            <p:ph idx="1" type="body"/>
          </p:nvPr>
        </p:nvSpPr>
        <p:spPr>
          <a:xfrm>
            <a:off x="457200" y="2634807"/>
            <a:ext cx="75438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800"/>
              <a:buFont typeface="Plus Jakarta Sans SemiBold"/>
              <a:buNone/>
              <a:defRPr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78888"/>
              </a:lnSpc>
              <a:spcBef>
                <a:spcPts val="5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46" name="Google Shape;46;g3f66373b4a9_0_4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686457"/>
            <a:ext cx="2321469" cy="285093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g3f66373b4a9_0_4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686452"/>
            <a:ext cx="2321475" cy="285098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g3f66373b4a9_0_454"/>
          <p:cNvSpPr txBox="1"/>
          <p:nvPr/>
        </p:nvSpPr>
        <p:spPr>
          <a:xfrm>
            <a:off x="380125" y="4737800"/>
            <a:ext cx="46137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©2026 Cloudera, Inc. All Rights Reserved.</a:t>
            </a:r>
            <a:endParaRPr sz="600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Slide | Blue Nodes on the Right">
  <p:cSld name="3_Custom Layou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f66373b4a9_0_463"/>
          <p:cNvSpPr txBox="1"/>
          <p:nvPr>
            <p:ph idx="1" type="body"/>
          </p:nvPr>
        </p:nvSpPr>
        <p:spPr>
          <a:xfrm>
            <a:off x="457200" y="4491831"/>
            <a:ext cx="35052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Plus Jakarta Sans"/>
              <a:buNone/>
              <a:defRPr b="0" i="0" sz="1300">
                <a:solidFill>
                  <a:schemeClr val="accent3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228600" lvl="1" marL="914400" algn="l">
              <a:lnSpc>
                <a:spcPct val="78888"/>
              </a:lnSpc>
              <a:spcBef>
                <a:spcPts val="5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51" name="Google Shape;51;g3f66373b4a9_0_46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57200" y="686457"/>
            <a:ext cx="2321469" cy="285093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g3f66373b4a9_0_463"/>
          <p:cNvSpPr txBox="1"/>
          <p:nvPr>
            <p:ph idx="2" type="body"/>
          </p:nvPr>
        </p:nvSpPr>
        <p:spPr>
          <a:xfrm>
            <a:off x="457200" y="2604207"/>
            <a:ext cx="75438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Plus Jakarta Sans SemiBold"/>
              <a:buNone/>
              <a:defRPr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78888"/>
              </a:lnSpc>
              <a:spcBef>
                <a:spcPts val="5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53" name="Google Shape;53;g3f66373b4a9_0_463"/>
          <p:cNvPicPr preferRelativeResize="0"/>
          <p:nvPr/>
        </p:nvPicPr>
        <p:blipFill rotWithShape="1">
          <a:blip r:embed="rId3">
            <a:alphaModFix/>
          </a:blip>
          <a:srcRect b="1168" l="36260" r="-4651" t="3129"/>
          <a:stretch/>
        </p:blipFill>
        <p:spPr>
          <a:xfrm rot="5400000">
            <a:off x="6285751" y="-113456"/>
            <a:ext cx="2744888" cy="2971799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g3f66373b4a9_0_463"/>
          <p:cNvSpPr/>
          <p:nvPr/>
        </p:nvSpPr>
        <p:spPr>
          <a:xfrm>
            <a:off x="347525" y="4749625"/>
            <a:ext cx="1795500" cy="285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5" name="Google Shape;55;g3f66373b4a9_0_463"/>
          <p:cNvSpPr txBox="1"/>
          <p:nvPr>
            <p:ph type="title"/>
          </p:nvPr>
        </p:nvSpPr>
        <p:spPr>
          <a:xfrm>
            <a:off x="457200" y="1908088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100"/>
              <a:buNone/>
              <a:defRPr sz="23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g3f66373b4a9_0_463"/>
          <p:cNvSpPr/>
          <p:nvPr/>
        </p:nvSpPr>
        <p:spPr>
          <a:xfrm>
            <a:off x="7492100" y="4709250"/>
            <a:ext cx="1299000" cy="308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Page | White ">
  <p:cSld name="30_Title and Conten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g3f66373b4a9_0_47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34355" y="4452254"/>
            <a:ext cx="1875288" cy="230299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g3f66373b4a9_0_471"/>
          <p:cNvSpPr/>
          <p:nvPr/>
        </p:nvSpPr>
        <p:spPr>
          <a:xfrm>
            <a:off x="381000" y="209550"/>
            <a:ext cx="381000" cy="609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0" name="Google Shape;60;g3f66373b4a9_0_471"/>
          <p:cNvPicPr preferRelativeResize="0"/>
          <p:nvPr/>
        </p:nvPicPr>
        <p:blipFill rotWithShape="1">
          <a:blip r:embed="rId3">
            <a:alphaModFix/>
          </a:blip>
          <a:srcRect b="47312" l="110" r="31190" t="17598"/>
          <a:stretch/>
        </p:blipFill>
        <p:spPr>
          <a:xfrm rot="-5400000">
            <a:off x="6830600" y="238375"/>
            <a:ext cx="2567650" cy="20782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g3f66373b4a9_0_471"/>
          <p:cNvSpPr/>
          <p:nvPr/>
        </p:nvSpPr>
        <p:spPr>
          <a:xfrm>
            <a:off x="347525" y="4749625"/>
            <a:ext cx="1795500" cy="285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62" name="Google Shape;62;g3f66373b4a9_0_471"/>
          <p:cNvSpPr txBox="1"/>
          <p:nvPr>
            <p:ph idx="1" type="body"/>
          </p:nvPr>
        </p:nvSpPr>
        <p:spPr>
          <a:xfrm>
            <a:off x="0" y="1533525"/>
            <a:ext cx="91440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Clr>
                <a:srgbClr val="5555FA"/>
              </a:buClr>
              <a:buSzPts val="1400"/>
              <a:buFont typeface="Plus Jakarta Sans SemiBold"/>
              <a:buNone/>
              <a:defRPr i="0">
                <a:solidFill>
                  <a:srgbClr val="5555F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35238"/>
              </a:lnSpc>
              <a:spcBef>
                <a:spcPts val="50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spcBef>
                <a:spcPts val="21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spcBef>
                <a:spcPts val="210"/>
              </a:spcBef>
              <a:spcAft>
                <a:spcPts val="0"/>
              </a:spcAft>
              <a:buClr>
                <a:srgbClr val="4F22FE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spcBef>
                <a:spcPts val="210"/>
              </a:spcBef>
              <a:spcAft>
                <a:spcPts val="0"/>
              </a:spcAft>
              <a:buClr>
                <a:srgbClr val="4F22FE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g3f66373b4a9_0_471"/>
          <p:cNvSpPr txBox="1"/>
          <p:nvPr>
            <p:ph type="title"/>
          </p:nvPr>
        </p:nvSpPr>
        <p:spPr>
          <a:xfrm>
            <a:off x="0" y="1809750"/>
            <a:ext cx="9144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3300"/>
              <a:buFont typeface="Plus Jakarta Sans"/>
              <a:buNone/>
              <a:defRPr b="0" i="0" sz="2300">
                <a:solidFill>
                  <a:srgbClr val="12004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g3f66373b4a9_0_471"/>
          <p:cNvSpPr/>
          <p:nvPr/>
        </p:nvSpPr>
        <p:spPr>
          <a:xfrm>
            <a:off x="7492100" y="4709250"/>
            <a:ext cx="1299000" cy="308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Page | Orange">
  <p:cSld name="38_Title and Content">
    <p:bg>
      <p:bgPr>
        <a:solidFill>
          <a:schemeClr val="accen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g3f66373b4a9_0_479"/>
          <p:cNvPicPr preferRelativeResize="0"/>
          <p:nvPr/>
        </p:nvPicPr>
        <p:blipFill rotWithShape="1">
          <a:blip r:embed="rId2">
            <a:alphaModFix/>
          </a:blip>
          <a:srcRect b="47335" l="0" r="31295" t="17801"/>
          <a:stretch/>
        </p:blipFill>
        <p:spPr>
          <a:xfrm rot="-5400000">
            <a:off x="6833599" y="250900"/>
            <a:ext cx="2561301" cy="2059499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g3f66373b4a9_0_479"/>
          <p:cNvSpPr txBox="1"/>
          <p:nvPr>
            <p:ph idx="1" type="body"/>
          </p:nvPr>
        </p:nvSpPr>
        <p:spPr>
          <a:xfrm>
            <a:off x="0" y="1533525"/>
            <a:ext cx="91440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 SemiBold"/>
              <a:buNone/>
              <a:defRPr i="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35238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" name="Google Shape;68;g3f66373b4a9_0_479"/>
          <p:cNvSpPr txBox="1"/>
          <p:nvPr>
            <p:ph type="title"/>
          </p:nvPr>
        </p:nvSpPr>
        <p:spPr>
          <a:xfrm>
            <a:off x="0" y="1809750"/>
            <a:ext cx="9144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us Jakarta Sans"/>
              <a:buNone/>
              <a:defRPr b="0" i="0" sz="23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" name="Google Shape;69;g3f66373b4a9_0_4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34350" y="4452250"/>
            <a:ext cx="1875325" cy="2303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g3f66373b4a9_0_479"/>
          <p:cNvSpPr/>
          <p:nvPr/>
        </p:nvSpPr>
        <p:spPr>
          <a:xfrm>
            <a:off x="261600" y="4630175"/>
            <a:ext cx="2553000" cy="46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Page | Twilight">
  <p:cSld name="44_Title and Content">
    <p:bg>
      <p:bgPr>
        <a:solidFill>
          <a:schemeClr val="dk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g3f66373b4a9_0_485"/>
          <p:cNvPicPr preferRelativeResize="0"/>
          <p:nvPr/>
        </p:nvPicPr>
        <p:blipFill rotWithShape="1">
          <a:blip r:embed="rId2">
            <a:alphaModFix/>
          </a:blip>
          <a:srcRect b="47183" l="0" r="31295" t="17732"/>
          <a:stretch/>
        </p:blipFill>
        <p:spPr>
          <a:xfrm rot="-5400000">
            <a:off x="6827075" y="244375"/>
            <a:ext cx="2561301" cy="207255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g3f66373b4a9_0_485"/>
          <p:cNvSpPr txBox="1"/>
          <p:nvPr>
            <p:ph idx="1" type="body"/>
          </p:nvPr>
        </p:nvSpPr>
        <p:spPr>
          <a:xfrm>
            <a:off x="0" y="1533525"/>
            <a:ext cx="91440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 SemiBold"/>
              <a:buNone/>
              <a:defRPr i="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35238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4" name="Google Shape;74;g3f66373b4a9_0_485"/>
          <p:cNvSpPr txBox="1"/>
          <p:nvPr>
            <p:ph type="title"/>
          </p:nvPr>
        </p:nvSpPr>
        <p:spPr>
          <a:xfrm>
            <a:off x="0" y="1809750"/>
            <a:ext cx="9144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us Jakarta Sans"/>
              <a:buNone/>
              <a:defRPr b="0" i="0" sz="23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75" name="Google Shape;75;g3f66373b4a9_0_4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34355" y="4452254"/>
            <a:ext cx="1875288" cy="230299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g3f66373b4a9_0_485"/>
          <p:cNvSpPr/>
          <p:nvPr/>
        </p:nvSpPr>
        <p:spPr>
          <a:xfrm>
            <a:off x="448975" y="4762900"/>
            <a:ext cx="2303100" cy="195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77" name="Google Shape;77;g3f66373b4a9_0_485"/>
          <p:cNvSpPr/>
          <p:nvPr/>
        </p:nvSpPr>
        <p:spPr>
          <a:xfrm>
            <a:off x="7492100" y="4709250"/>
            <a:ext cx="1299000" cy="30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IMARY_Title &amp; Body | White">
  <p:cSld name="6_Title Only_3_1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f66373b4a9_0_492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g3f66373b4a9_0_492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g3f66373b4a9_0_492"/>
          <p:cNvSpPr txBox="1"/>
          <p:nvPr>
            <p:ph idx="1" type="body"/>
          </p:nvPr>
        </p:nvSpPr>
        <p:spPr>
          <a:xfrm>
            <a:off x="457200" y="1375775"/>
            <a:ext cx="4138200" cy="30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160"/>
              <a:buNone/>
              <a:defRPr/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2160"/>
              <a:buChar char="•"/>
              <a:defRPr>
                <a:solidFill>
                  <a:srgbClr val="000000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>
                <a:solidFill>
                  <a:srgbClr val="000000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>
                <a:solidFill>
                  <a:srgbClr val="000000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82" name="Google Shape;82;g3f66373b4a9_0_492"/>
          <p:cNvSpPr txBox="1"/>
          <p:nvPr>
            <p:ph idx="2" type="subTitle"/>
          </p:nvPr>
        </p:nvSpPr>
        <p:spPr>
          <a:xfrm>
            <a:off x="457200" y="631950"/>
            <a:ext cx="2598000" cy="3804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 SemiBold"/>
              <a:buNone/>
              <a:defRPr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2pPr>
            <a:lvl3pPr lvl="2"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  <p:extLst>
    <p:ext uri="{DCECCB84-F9BA-43D5-87BE-67443E8EF086}">
      <p15:sldGuideLst>
        <p15:guide id="1" orient="horz" pos="954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IMARY_Title &amp; Sub | White 1">
  <p:cSld name="6_Title Only_3_1_4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f66373b4a9_0_497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g3f66373b4a9_0_497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g3f66373b4a9_0_497"/>
          <p:cNvSpPr txBox="1"/>
          <p:nvPr>
            <p:ph idx="1" type="subTitle"/>
          </p:nvPr>
        </p:nvSpPr>
        <p:spPr>
          <a:xfrm>
            <a:off x="457200" y="631950"/>
            <a:ext cx="2598000" cy="3804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 SemiBold"/>
              <a:buNone/>
              <a:defRPr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2pPr>
            <a:lvl3pPr lvl="2"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ody | Twilight">
  <p:cSld name="6_Title Only_3_1_2">
    <p:bg>
      <p:bgPr>
        <a:solidFill>
          <a:schemeClr val="dk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f66373b4a9_0_501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g3f66373b4a9_0_501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0" name="Google Shape;90;g3f66373b4a9_0_501"/>
          <p:cNvSpPr txBox="1"/>
          <p:nvPr>
            <p:ph idx="1" type="body"/>
          </p:nvPr>
        </p:nvSpPr>
        <p:spPr>
          <a:xfrm>
            <a:off x="457200" y="1369992"/>
            <a:ext cx="4200900" cy="30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1" name="Google Shape;91;g3f66373b4a9_0_501"/>
          <p:cNvSpPr txBox="1"/>
          <p:nvPr>
            <p:ph idx="2" type="subTitle"/>
          </p:nvPr>
        </p:nvSpPr>
        <p:spPr>
          <a:xfrm>
            <a:off x="457200" y="631950"/>
            <a:ext cx="2598000" cy="3804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sz="11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4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Column Text">
  <p:cSld name="6_Title Only_3_1_1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f66373b4a9_0_506"/>
          <p:cNvSpPr txBox="1"/>
          <p:nvPr>
            <p:ph idx="1" type="body"/>
          </p:nvPr>
        </p:nvSpPr>
        <p:spPr>
          <a:xfrm>
            <a:off x="457200" y="1370000"/>
            <a:ext cx="3836400" cy="30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160"/>
              <a:buNone/>
              <a:defRPr/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2160"/>
              <a:buChar char="•"/>
              <a:defRPr>
                <a:solidFill>
                  <a:srgbClr val="000000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>
                <a:solidFill>
                  <a:srgbClr val="000000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>
                <a:solidFill>
                  <a:srgbClr val="000000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94" name="Google Shape;94;g3f66373b4a9_0_506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g3f66373b4a9_0_506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g3f66373b4a9_0_506"/>
          <p:cNvSpPr txBox="1"/>
          <p:nvPr>
            <p:ph idx="2" type="body"/>
          </p:nvPr>
        </p:nvSpPr>
        <p:spPr>
          <a:xfrm>
            <a:off x="4755900" y="1370000"/>
            <a:ext cx="3760200" cy="30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rtl="0" algn="l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indent="-228600" lvl="1" marL="914400" rtl="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160"/>
              <a:buNone/>
              <a:defRPr/>
            </a:lvl2pPr>
            <a:lvl3pPr indent="-365760" lvl="2" marL="1371600" rtl="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2160"/>
              <a:buChar char="•"/>
              <a:defRPr>
                <a:solidFill>
                  <a:srgbClr val="000000"/>
                </a:solidFill>
              </a:defRPr>
            </a:lvl3pPr>
            <a:lvl4pPr indent="-342900" lvl="3" marL="1828800" rtl="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>
                <a:solidFill>
                  <a:srgbClr val="000000"/>
                </a:solidFill>
              </a:defRPr>
            </a:lvl4pPr>
            <a:lvl5pPr indent="-342900" lvl="4" marL="2286000" rtl="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>
                <a:solidFill>
                  <a:srgbClr val="000000"/>
                </a:solidFill>
              </a:defRPr>
            </a:lvl5pPr>
            <a:lvl6pPr indent="-342900" lvl="5" marL="2743200" rtl="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6pPr>
            <a:lvl7pPr indent="-342900" lvl="6" marL="3200400" rtl="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7pPr>
            <a:lvl8pPr indent="-342900" lvl="7" marL="3657600" rtl="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8pPr>
            <a:lvl9pPr indent="-342900" lvl="8" marL="4114800" rtl="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97" name="Google Shape;97;g3f66373b4a9_0_506"/>
          <p:cNvSpPr txBox="1"/>
          <p:nvPr>
            <p:ph idx="3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 SemiBold"/>
              <a:buNone/>
              <a:defRPr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2pPr>
            <a:lvl3pPr lvl="2"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Column Text | Twilight">
  <p:cSld name="6_Title Only_3_1_1_1">
    <p:bg>
      <p:bgPr>
        <a:solidFill>
          <a:schemeClr val="dk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f66373b4a9_0_512"/>
          <p:cNvSpPr txBox="1"/>
          <p:nvPr>
            <p:ph idx="1" type="body"/>
          </p:nvPr>
        </p:nvSpPr>
        <p:spPr>
          <a:xfrm>
            <a:off x="457200" y="1267650"/>
            <a:ext cx="3836400" cy="30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0" name="Google Shape;100;g3f66373b4a9_0_512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g3f66373b4a9_0_512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2" name="Google Shape;102;g3f66373b4a9_0_512"/>
          <p:cNvSpPr txBox="1"/>
          <p:nvPr>
            <p:ph idx="2" type="body"/>
          </p:nvPr>
        </p:nvSpPr>
        <p:spPr>
          <a:xfrm>
            <a:off x="4755900" y="1370000"/>
            <a:ext cx="3760200" cy="30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3" name="Google Shape;103;g3f66373b4a9_0_512"/>
          <p:cNvSpPr txBox="1"/>
          <p:nvPr>
            <p:ph idx="3" type="subTitle"/>
          </p:nvPr>
        </p:nvSpPr>
        <p:spPr>
          <a:xfrm>
            <a:off x="457200" y="631950"/>
            <a:ext cx="4247700" cy="3804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sz="11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4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ey Nodes Top Right">
  <p:cSld name="6_Title Only_2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66373b4a9_0_518"/>
          <p:cNvSpPr txBox="1"/>
          <p:nvPr>
            <p:ph idx="1" type="body"/>
          </p:nvPr>
        </p:nvSpPr>
        <p:spPr>
          <a:xfrm>
            <a:off x="457200" y="1267650"/>
            <a:ext cx="8077200" cy="4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6" name="Google Shape;106;g3f66373b4a9_0_518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g3f66373b4a9_0_518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08" name="Google Shape;108;g3f66373b4a9_0_5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25075" y="0"/>
            <a:ext cx="1532425" cy="3244899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g3f66373b4a9_0_518"/>
          <p:cNvSpPr txBox="1"/>
          <p:nvPr>
            <p:ph idx="2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 SemiBold"/>
              <a:buNone/>
              <a:defRPr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2pPr>
            <a:lvl3pPr lvl="2"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o Headline | body">
  <p:cSld name="6_Title Only_2_4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f66373b4a9_0_524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2" name="Google Shape;112;g3f66373b4a9_0_5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25075" y="0"/>
            <a:ext cx="1532425" cy="3244899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g3f66373b4a9_0_524"/>
          <p:cNvSpPr txBox="1"/>
          <p:nvPr>
            <p:ph idx="1" type="body"/>
          </p:nvPr>
        </p:nvSpPr>
        <p:spPr>
          <a:xfrm>
            <a:off x="3232350" y="1139450"/>
            <a:ext cx="2513400" cy="36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4" name="Google Shape;114;g3f66373b4a9_0_524"/>
          <p:cNvSpPr txBox="1"/>
          <p:nvPr>
            <p:ph idx="2" type="body"/>
          </p:nvPr>
        </p:nvSpPr>
        <p:spPr>
          <a:xfrm>
            <a:off x="5745750" y="1139450"/>
            <a:ext cx="2513400" cy="36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5" name="Google Shape;115;g3f66373b4a9_0_524"/>
          <p:cNvSpPr txBox="1"/>
          <p:nvPr>
            <p:ph type="title"/>
          </p:nvPr>
        </p:nvSpPr>
        <p:spPr>
          <a:xfrm>
            <a:off x="457200" y="1566925"/>
            <a:ext cx="2453400" cy="762000"/>
          </a:xfrm>
          <a:prstGeom prst="rect">
            <a:avLst/>
          </a:prstGeom>
        </p:spPr>
        <p:txBody>
          <a:bodyPr anchorCtr="0" anchor="t" bIns="4570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o Headline | Image">
  <p:cSld name="6_Title Only_2_4_2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f66373b4a9_0_530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g3f66373b4a9_0_530"/>
          <p:cNvSpPr txBox="1"/>
          <p:nvPr>
            <p:ph type="title"/>
          </p:nvPr>
        </p:nvSpPr>
        <p:spPr>
          <a:xfrm>
            <a:off x="457200" y="1566925"/>
            <a:ext cx="2453400" cy="762000"/>
          </a:xfrm>
          <a:prstGeom prst="rect">
            <a:avLst/>
          </a:prstGeom>
        </p:spPr>
        <p:txBody>
          <a:bodyPr anchorCtr="0" anchor="t" bIns="4570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g3f66373b4a9_0_530"/>
          <p:cNvSpPr/>
          <p:nvPr>
            <p:ph idx="2" type="pic"/>
          </p:nvPr>
        </p:nvSpPr>
        <p:spPr>
          <a:xfrm>
            <a:off x="3486875" y="487250"/>
            <a:ext cx="4138200" cy="4053300"/>
          </a:xfrm>
          <a:prstGeom prst="roundRect">
            <a:avLst>
              <a:gd fmla="val 5883" name="adj"/>
            </a:avLst>
          </a:prstGeom>
          <a:noFill/>
          <a:ln>
            <a:noFill/>
          </a:ln>
        </p:spPr>
      </p:sp>
    </p:spTree>
  </p:cSld>
  <p:clrMapOvr>
    <a:masterClrMapping/>
  </p:clrMapOvr>
  <p:transition spd="slow">
    <p:push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o Headline | images">
  <p:cSld name="6_Title Only_2_4_1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66373b4a9_0_534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2" name="Google Shape;122;g3f66373b4a9_0_5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25075" y="0"/>
            <a:ext cx="1532425" cy="3244899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g3f66373b4a9_0_534"/>
          <p:cNvSpPr/>
          <p:nvPr>
            <p:ph idx="2" type="pic"/>
          </p:nvPr>
        </p:nvSpPr>
        <p:spPr>
          <a:xfrm>
            <a:off x="5630325" y="497825"/>
            <a:ext cx="1884000" cy="1884000"/>
          </a:xfrm>
          <a:prstGeom prst="roundRect">
            <a:avLst>
              <a:gd fmla="val 8989" name="adj"/>
            </a:avLst>
          </a:prstGeom>
          <a:noFill/>
          <a:ln>
            <a:noFill/>
          </a:ln>
        </p:spPr>
      </p:sp>
      <p:sp>
        <p:nvSpPr>
          <p:cNvPr id="124" name="Google Shape;124;g3f66373b4a9_0_534"/>
          <p:cNvSpPr/>
          <p:nvPr>
            <p:ph idx="3" type="pic"/>
          </p:nvPr>
        </p:nvSpPr>
        <p:spPr>
          <a:xfrm>
            <a:off x="3471325" y="497825"/>
            <a:ext cx="1884000" cy="1884000"/>
          </a:xfrm>
          <a:prstGeom prst="roundRect">
            <a:avLst>
              <a:gd fmla="val 8989" name="adj"/>
            </a:avLst>
          </a:prstGeom>
          <a:noFill/>
          <a:ln>
            <a:noFill/>
          </a:ln>
        </p:spPr>
      </p:sp>
      <p:sp>
        <p:nvSpPr>
          <p:cNvPr id="125" name="Google Shape;125;g3f66373b4a9_0_534"/>
          <p:cNvSpPr/>
          <p:nvPr>
            <p:ph idx="4" type="pic"/>
          </p:nvPr>
        </p:nvSpPr>
        <p:spPr>
          <a:xfrm>
            <a:off x="5630325" y="2603900"/>
            <a:ext cx="1884000" cy="1884000"/>
          </a:xfrm>
          <a:prstGeom prst="roundRect">
            <a:avLst>
              <a:gd fmla="val 8989" name="adj"/>
            </a:avLst>
          </a:prstGeom>
          <a:noFill/>
          <a:ln>
            <a:noFill/>
          </a:ln>
        </p:spPr>
      </p:sp>
      <p:sp>
        <p:nvSpPr>
          <p:cNvPr id="126" name="Google Shape;126;g3f66373b4a9_0_534"/>
          <p:cNvSpPr/>
          <p:nvPr>
            <p:ph idx="5" type="pic"/>
          </p:nvPr>
        </p:nvSpPr>
        <p:spPr>
          <a:xfrm>
            <a:off x="3471325" y="2603900"/>
            <a:ext cx="1884000" cy="1884000"/>
          </a:xfrm>
          <a:prstGeom prst="roundRect">
            <a:avLst>
              <a:gd fmla="val 8989" name="adj"/>
            </a:avLst>
          </a:prstGeom>
          <a:noFill/>
          <a:ln>
            <a:noFill/>
          </a:ln>
        </p:spPr>
      </p:sp>
      <p:sp>
        <p:nvSpPr>
          <p:cNvPr id="127" name="Google Shape;127;g3f66373b4a9_0_534"/>
          <p:cNvSpPr txBox="1"/>
          <p:nvPr>
            <p:ph type="title"/>
          </p:nvPr>
        </p:nvSpPr>
        <p:spPr>
          <a:xfrm>
            <a:off x="457200" y="1566925"/>
            <a:ext cx="2453400" cy="762000"/>
          </a:xfrm>
          <a:prstGeom prst="rect">
            <a:avLst/>
          </a:prstGeom>
        </p:spPr>
        <p:txBody>
          <a:bodyPr anchorCtr="0" anchor="t" bIns="4570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o Headline | body _Twilight">
  <p:cSld name="6_Title Only_2_4_3">
    <p:bg>
      <p:bgPr>
        <a:solidFill>
          <a:schemeClr val="accent3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66373b4a9_0_542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g3f66373b4a9_0_542"/>
          <p:cNvSpPr txBox="1"/>
          <p:nvPr>
            <p:ph idx="1" type="body"/>
          </p:nvPr>
        </p:nvSpPr>
        <p:spPr>
          <a:xfrm>
            <a:off x="3232350" y="1139450"/>
            <a:ext cx="2513400" cy="36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1" name="Google Shape;131;g3f66373b4a9_0_542"/>
          <p:cNvSpPr txBox="1"/>
          <p:nvPr>
            <p:ph idx="2" type="body"/>
          </p:nvPr>
        </p:nvSpPr>
        <p:spPr>
          <a:xfrm>
            <a:off x="5745750" y="1139450"/>
            <a:ext cx="2513400" cy="36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2" name="Google Shape;132;g3f66373b4a9_0_542"/>
          <p:cNvSpPr txBox="1"/>
          <p:nvPr>
            <p:ph type="title"/>
          </p:nvPr>
        </p:nvSpPr>
        <p:spPr>
          <a:xfrm>
            <a:off x="457200" y="1566925"/>
            <a:ext cx="2453400" cy="762000"/>
          </a:xfrm>
          <a:prstGeom prst="rect">
            <a:avLst/>
          </a:prstGeom>
        </p:spPr>
        <p:txBody>
          <a:bodyPr anchorCtr="0" anchor="t" bIns="4570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100"/>
              <a:buNone/>
              <a:defRPr sz="31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o Headline | Image 1 _Twilight">
  <p:cSld name="6_Title Only_2_4_2_1">
    <p:bg>
      <p:bgPr>
        <a:solidFill>
          <a:schemeClr val="accent3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f66373b4a9_0_547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g3f66373b4a9_0_547"/>
          <p:cNvSpPr txBox="1"/>
          <p:nvPr>
            <p:ph type="title"/>
          </p:nvPr>
        </p:nvSpPr>
        <p:spPr>
          <a:xfrm>
            <a:off x="457200" y="1566925"/>
            <a:ext cx="2453400" cy="762000"/>
          </a:xfrm>
          <a:prstGeom prst="rect">
            <a:avLst/>
          </a:prstGeom>
        </p:spPr>
        <p:txBody>
          <a:bodyPr anchorCtr="0" anchor="t" bIns="4570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100"/>
              <a:buNone/>
              <a:defRPr sz="31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6" name="Google Shape;136;g3f66373b4a9_0_547"/>
          <p:cNvSpPr/>
          <p:nvPr>
            <p:ph idx="2" type="pic"/>
          </p:nvPr>
        </p:nvSpPr>
        <p:spPr>
          <a:xfrm>
            <a:off x="3486875" y="487250"/>
            <a:ext cx="4138200" cy="4053300"/>
          </a:xfrm>
          <a:prstGeom prst="roundRect">
            <a:avLst>
              <a:gd fmla="val 5883" name="adj"/>
            </a:avLst>
          </a:prstGeom>
          <a:noFill/>
          <a:ln>
            <a:noFill/>
          </a:ln>
        </p:spPr>
      </p:sp>
    </p:spTree>
  </p:cSld>
  <p:clrMapOvr>
    <a:masterClrMapping/>
  </p:clrMapOvr>
  <p:transition spd="slow">
    <p:push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o Headline | images 1  _Twilight">
  <p:cSld name="6_Title Only_2_4_1_1">
    <p:bg>
      <p:bgPr>
        <a:solidFill>
          <a:schemeClr val="accent3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f66373b4a9_0_551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g3f66373b4a9_0_551"/>
          <p:cNvSpPr/>
          <p:nvPr>
            <p:ph idx="2" type="pic"/>
          </p:nvPr>
        </p:nvSpPr>
        <p:spPr>
          <a:xfrm>
            <a:off x="5630325" y="497825"/>
            <a:ext cx="1884000" cy="1884000"/>
          </a:xfrm>
          <a:prstGeom prst="roundRect">
            <a:avLst>
              <a:gd fmla="val 8989" name="adj"/>
            </a:avLst>
          </a:prstGeom>
          <a:noFill/>
          <a:ln>
            <a:noFill/>
          </a:ln>
        </p:spPr>
      </p:sp>
      <p:sp>
        <p:nvSpPr>
          <p:cNvPr id="140" name="Google Shape;140;g3f66373b4a9_0_551"/>
          <p:cNvSpPr/>
          <p:nvPr>
            <p:ph idx="3" type="pic"/>
          </p:nvPr>
        </p:nvSpPr>
        <p:spPr>
          <a:xfrm>
            <a:off x="3471325" y="497825"/>
            <a:ext cx="1884000" cy="1884000"/>
          </a:xfrm>
          <a:prstGeom prst="roundRect">
            <a:avLst>
              <a:gd fmla="val 8989" name="adj"/>
            </a:avLst>
          </a:prstGeom>
          <a:noFill/>
          <a:ln>
            <a:noFill/>
          </a:ln>
        </p:spPr>
      </p:sp>
      <p:sp>
        <p:nvSpPr>
          <p:cNvPr id="141" name="Google Shape;141;g3f66373b4a9_0_551"/>
          <p:cNvSpPr/>
          <p:nvPr>
            <p:ph idx="4" type="pic"/>
          </p:nvPr>
        </p:nvSpPr>
        <p:spPr>
          <a:xfrm>
            <a:off x="5630325" y="2603900"/>
            <a:ext cx="1884000" cy="1884000"/>
          </a:xfrm>
          <a:prstGeom prst="roundRect">
            <a:avLst>
              <a:gd fmla="val 8989" name="adj"/>
            </a:avLst>
          </a:prstGeom>
          <a:noFill/>
          <a:ln>
            <a:noFill/>
          </a:ln>
        </p:spPr>
      </p:sp>
      <p:sp>
        <p:nvSpPr>
          <p:cNvPr id="142" name="Google Shape;142;g3f66373b4a9_0_551"/>
          <p:cNvSpPr/>
          <p:nvPr>
            <p:ph idx="5" type="pic"/>
          </p:nvPr>
        </p:nvSpPr>
        <p:spPr>
          <a:xfrm>
            <a:off x="3471325" y="2603900"/>
            <a:ext cx="1884000" cy="1884000"/>
          </a:xfrm>
          <a:prstGeom prst="roundRect">
            <a:avLst>
              <a:gd fmla="val 8989" name="adj"/>
            </a:avLst>
          </a:prstGeom>
          <a:noFill/>
          <a:ln>
            <a:noFill/>
          </a:ln>
        </p:spPr>
      </p:sp>
      <p:sp>
        <p:nvSpPr>
          <p:cNvPr id="143" name="Google Shape;143;g3f66373b4a9_0_551"/>
          <p:cNvSpPr txBox="1"/>
          <p:nvPr>
            <p:ph type="title"/>
          </p:nvPr>
        </p:nvSpPr>
        <p:spPr>
          <a:xfrm>
            <a:off x="457200" y="1566925"/>
            <a:ext cx="2453400" cy="762000"/>
          </a:xfrm>
          <a:prstGeom prst="rect">
            <a:avLst/>
          </a:prstGeom>
        </p:spPr>
        <p:txBody>
          <a:bodyPr anchorCtr="0" anchor="t" bIns="4570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100"/>
              <a:buNone/>
              <a:defRPr sz="31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| Twilight">
  <p:cSld name="6_Title Only_2_3">
    <p:bg>
      <p:bgPr>
        <a:solidFill>
          <a:schemeClr val="accent3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66373b4a9_0_558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g3f66373b4a9_0_558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g3f66373b4a9_0_558"/>
          <p:cNvSpPr txBox="1"/>
          <p:nvPr>
            <p:ph idx="1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sz="11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4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| White">
  <p:cSld name="6_Title Only_2_3_1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f66373b4a9_0_562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g3f66373b4a9_0_562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g3f66373b4a9_0_562"/>
          <p:cNvSpPr txBox="1"/>
          <p:nvPr>
            <p:ph idx="1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 SemiBold"/>
              <a:buNone/>
              <a:defRPr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2pPr>
            <a:lvl3pPr lvl="2"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ey Nodes Bottom Left">
  <p:cSld name="6_Title Only_2_1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g3f66373b4a9_0_566"/>
          <p:cNvPicPr preferRelativeResize="0"/>
          <p:nvPr/>
        </p:nvPicPr>
        <p:blipFill rotWithShape="1">
          <a:blip r:embed="rId2">
            <a:alphaModFix amt="30000"/>
          </a:blip>
          <a:srcRect b="0" l="0" r="39650" t="24294"/>
          <a:stretch/>
        </p:blipFill>
        <p:spPr>
          <a:xfrm rot="10800000">
            <a:off x="-1848" y="1080192"/>
            <a:ext cx="2431273" cy="389407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g3f66373b4a9_0_566"/>
          <p:cNvSpPr txBox="1"/>
          <p:nvPr>
            <p:ph idx="1" type="body"/>
          </p:nvPr>
        </p:nvSpPr>
        <p:spPr>
          <a:xfrm>
            <a:off x="457200" y="1267650"/>
            <a:ext cx="80772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5" name="Google Shape;155;g3f66373b4a9_0_566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g3f66373b4a9_0_566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g3f66373b4a9_0_566"/>
          <p:cNvSpPr txBox="1"/>
          <p:nvPr>
            <p:ph idx="2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 SemiBold"/>
              <a:buNone/>
              <a:defRPr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2pPr>
            <a:lvl3pPr lvl="2"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line Image on the Right">
  <p:cSld name="6_Title Only_1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f66373b4a9_0_572"/>
          <p:cNvSpPr txBox="1"/>
          <p:nvPr>
            <p:ph idx="1" type="body"/>
          </p:nvPr>
        </p:nvSpPr>
        <p:spPr>
          <a:xfrm>
            <a:off x="457200" y="1267650"/>
            <a:ext cx="39996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0" name="Google Shape;160;g3f66373b4a9_0_572"/>
          <p:cNvSpPr/>
          <p:nvPr>
            <p:ph idx="2" type="pic"/>
          </p:nvPr>
        </p:nvSpPr>
        <p:spPr>
          <a:xfrm>
            <a:off x="4600100" y="1283925"/>
            <a:ext cx="4064100" cy="3261600"/>
          </a:xfrm>
          <a:prstGeom prst="roundRect">
            <a:avLst>
              <a:gd fmla="val 6744" name="adj"/>
            </a:avLst>
          </a:prstGeom>
          <a:noFill/>
          <a:ln>
            <a:noFill/>
          </a:ln>
        </p:spPr>
      </p:sp>
      <p:sp>
        <p:nvSpPr>
          <p:cNvPr id="161" name="Google Shape;161;g3f66373b4a9_0_572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62" name="Google Shape;162;g3f66373b4a9_0_57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5533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g3f66373b4a9_0_572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g3f66373b4a9_0_572"/>
          <p:cNvSpPr txBox="1"/>
          <p:nvPr>
            <p:ph idx="3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 SemiBold"/>
              <a:buNone/>
              <a:defRPr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2pPr>
            <a:lvl3pPr lvl="2"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line Image on the Right | Twilight">
  <p:cSld name="6_Title Only_1_2">
    <p:bg>
      <p:bgPr>
        <a:solidFill>
          <a:schemeClr val="dk1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f66373b4a9_0_579"/>
          <p:cNvSpPr txBox="1"/>
          <p:nvPr>
            <p:ph idx="1" type="body"/>
          </p:nvPr>
        </p:nvSpPr>
        <p:spPr>
          <a:xfrm>
            <a:off x="457200" y="1267650"/>
            <a:ext cx="39693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7" name="Google Shape;167;g3f66373b4a9_0_579"/>
          <p:cNvSpPr/>
          <p:nvPr>
            <p:ph idx="2" type="pic"/>
          </p:nvPr>
        </p:nvSpPr>
        <p:spPr>
          <a:xfrm>
            <a:off x="4600100" y="1283925"/>
            <a:ext cx="4064100" cy="3261600"/>
          </a:xfrm>
          <a:prstGeom prst="roundRect">
            <a:avLst>
              <a:gd fmla="val 6744" name="adj"/>
            </a:avLst>
          </a:prstGeom>
          <a:noFill/>
          <a:ln>
            <a:noFill/>
          </a:ln>
        </p:spPr>
      </p:sp>
      <p:sp>
        <p:nvSpPr>
          <p:cNvPr id="168" name="Google Shape;168;g3f66373b4a9_0_579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g3f66373b4a9_0_579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0" name="Google Shape;170;g3f66373b4a9_0_579"/>
          <p:cNvSpPr txBox="1"/>
          <p:nvPr>
            <p:ph idx="3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sz="11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4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line Image on the Left">
  <p:cSld name="6_Title Only_1_1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f66373b4a9_0_585"/>
          <p:cNvSpPr txBox="1"/>
          <p:nvPr>
            <p:ph idx="1" type="body"/>
          </p:nvPr>
        </p:nvSpPr>
        <p:spPr>
          <a:xfrm>
            <a:off x="4594200" y="1157967"/>
            <a:ext cx="37665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3" name="Google Shape;173;g3f66373b4a9_0_585"/>
          <p:cNvSpPr/>
          <p:nvPr>
            <p:ph idx="2" type="pic"/>
          </p:nvPr>
        </p:nvSpPr>
        <p:spPr>
          <a:xfrm>
            <a:off x="457200" y="1181567"/>
            <a:ext cx="4064100" cy="3261600"/>
          </a:xfrm>
          <a:prstGeom prst="roundRect">
            <a:avLst>
              <a:gd fmla="val 3945" name="adj"/>
            </a:avLst>
          </a:prstGeom>
          <a:noFill/>
          <a:ln>
            <a:noFill/>
          </a:ln>
        </p:spPr>
      </p:sp>
      <p:sp>
        <p:nvSpPr>
          <p:cNvPr id="174" name="Google Shape;174;g3f66373b4a9_0_585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g3f66373b4a9_0_585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g3f66373b4a9_0_585"/>
          <p:cNvSpPr txBox="1"/>
          <p:nvPr>
            <p:ph idx="3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 SemiBold"/>
              <a:buNone/>
              <a:defRPr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2pPr>
            <a:lvl3pPr lvl="2"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mn Layout">
  <p:cSld name="10_Title Only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f66373b4a9_0_591"/>
          <p:cNvSpPr txBox="1"/>
          <p:nvPr>
            <p:ph idx="1" type="body"/>
          </p:nvPr>
        </p:nvSpPr>
        <p:spPr>
          <a:xfrm>
            <a:off x="453513" y="1267654"/>
            <a:ext cx="23622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9" name="Google Shape;179;g3f66373b4a9_0_591"/>
          <p:cNvSpPr txBox="1"/>
          <p:nvPr>
            <p:ph idx="2" type="body"/>
          </p:nvPr>
        </p:nvSpPr>
        <p:spPr>
          <a:xfrm>
            <a:off x="3086099" y="1267654"/>
            <a:ext cx="23622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0" name="Google Shape;180;g3f66373b4a9_0_591"/>
          <p:cNvSpPr txBox="1"/>
          <p:nvPr>
            <p:ph idx="3" type="body"/>
          </p:nvPr>
        </p:nvSpPr>
        <p:spPr>
          <a:xfrm>
            <a:off x="5718688" y="1267654"/>
            <a:ext cx="23622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1" name="Google Shape;181;g3f66373b4a9_0_591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g3f66373b4a9_0_591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g3f66373b4a9_0_591"/>
          <p:cNvSpPr txBox="1"/>
          <p:nvPr>
            <p:ph idx="4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 SemiBold"/>
              <a:buNone/>
              <a:defRPr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2pPr>
            <a:lvl3pPr lvl="2"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mn Layout | Twilight">
  <p:cSld name="10_Title Only_1">
    <p:bg>
      <p:bgPr>
        <a:solidFill>
          <a:schemeClr val="dk1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f66373b4a9_0_598"/>
          <p:cNvSpPr txBox="1"/>
          <p:nvPr>
            <p:ph idx="1" type="body"/>
          </p:nvPr>
        </p:nvSpPr>
        <p:spPr>
          <a:xfrm>
            <a:off x="453513" y="1267654"/>
            <a:ext cx="23622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6" name="Google Shape;186;g3f66373b4a9_0_598"/>
          <p:cNvSpPr txBox="1"/>
          <p:nvPr>
            <p:ph idx="2" type="body"/>
          </p:nvPr>
        </p:nvSpPr>
        <p:spPr>
          <a:xfrm>
            <a:off x="3086099" y="1267654"/>
            <a:ext cx="23622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7" name="Google Shape;187;g3f66373b4a9_0_598"/>
          <p:cNvSpPr txBox="1"/>
          <p:nvPr>
            <p:ph idx="3" type="body"/>
          </p:nvPr>
        </p:nvSpPr>
        <p:spPr>
          <a:xfrm>
            <a:off x="5718688" y="1267654"/>
            <a:ext cx="23622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8" name="Google Shape;188;g3f66373b4a9_0_598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g3f66373b4a9_0_598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0" name="Google Shape;190;g3f66373b4a9_0_598"/>
          <p:cNvSpPr txBox="1"/>
          <p:nvPr>
            <p:ph idx="4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sz="11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4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ody on the Right 2">
  <p:cSld name="7_Title Only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f66373b4a9_0_605"/>
          <p:cNvSpPr txBox="1"/>
          <p:nvPr>
            <p:ph type="title"/>
          </p:nvPr>
        </p:nvSpPr>
        <p:spPr>
          <a:xfrm>
            <a:off x="4267200" y="284250"/>
            <a:ext cx="45582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g3f66373b4a9_0_605"/>
          <p:cNvSpPr txBox="1"/>
          <p:nvPr>
            <p:ph idx="1" type="body"/>
          </p:nvPr>
        </p:nvSpPr>
        <p:spPr>
          <a:xfrm>
            <a:off x="4267200" y="1370012"/>
            <a:ext cx="39624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4" name="Google Shape;194;g3f66373b4a9_0_605"/>
          <p:cNvSpPr/>
          <p:nvPr/>
        </p:nvSpPr>
        <p:spPr>
          <a:xfrm>
            <a:off x="381000" y="897026"/>
            <a:ext cx="762000" cy="226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g3f66373b4a9_0_605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g3f66373b4a9_0_605"/>
          <p:cNvSpPr txBox="1"/>
          <p:nvPr>
            <p:ph idx="2" type="subTitle"/>
          </p:nvPr>
        </p:nvSpPr>
        <p:spPr>
          <a:xfrm>
            <a:off x="4267200" y="631950"/>
            <a:ext cx="4694400" cy="3804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 SemiBold"/>
              <a:buNone/>
              <a:defRPr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2pPr>
            <a:lvl3pPr lvl="2"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ody on the Right 2 1">
  <p:cSld name="7_Title Only_2">
    <p:bg>
      <p:bgPr>
        <a:solidFill>
          <a:schemeClr val="dk1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f66373b4a9_0_611"/>
          <p:cNvSpPr txBox="1"/>
          <p:nvPr>
            <p:ph type="title"/>
          </p:nvPr>
        </p:nvSpPr>
        <p:spPr>
          <a:xfrm>
            <a:off x="4267200" y="284250"/>
            <a:ext cx="45582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9" name="Google Shape;199;g3f66373b4a9_0_611"/>
          <p:cNvSpPr txBox="1"/>
          <p:nvPr>
            <p:ph idx="1" type="body"/>
          </p:nvPr>
        </p:nvSpPr>
        <p:spPr>
          <a:xfrm>
            <a:off x="4267200" y="1370012"/>
            <a:ext cx="39624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0" name="Google Shape;200;g3f66373b4a9_0_611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g3f66373b4a9_0_611"/>
          <p:cNvSpPr txBox="1"/>
          <p:nvPr>
            <p:ph idx="2" type="subTitle"/>
          </p:nvPr>
        </p:nvSpPr>
        <p:spPr>
          <a:xfrm>
            <a:off x="4267200" y="631950"/>
            <a:ext cx="3858000" cy="3804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sz="11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4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Left Side Image Right">
  <p:cSld name="7_Title Only_1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f66373b4a9_0_616"/>
          <p:cNvSpPr/>
          <p:nvPr>
            <p:ph idx="2" type="pic"/>
          </p:nvPr>
        </p:nvSpPr>
        <p:spPr>
          <a:xfrm>
            <a:off x="5350350" y="-20975"/>
            <a:ext cx="3793800" cy="5102100"/>
          </a:xfrm>
          <a:prstGeom prst="rect">
            <a:avLst/>
          </a:prstGeom>
          <a:noFill/>
          <a:ln>
            <a:noFill/>
          </a:ln>
        </p:spPr>
      </p:sp>
      <p:sp>
        <p:nvSpPr>
          <p:cNvPr id="204" name="Google Shape;204;g3f66373b4a9_0_616"/>
          <p:cNvSpPr txBox="1"/>
          <p:nvPr>
            <p:ph idx="1" type="body"/>
          </p:nvPr>
        </p:nvSpPr>
        <p:spPr>
          <a:xfrm>
            <a:off x="457200" y="1267650"/>
            <a:ext cx="40257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5" name="Google Shape;205;g3f66373b4a9_0_616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g3f66373b4a9_0_616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g3f66373b4a9_0_616"/>
          <p:cNvSpPr txBox="1"/>
          <p:nvPr>
            <p:ph idx="3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 SemiBold"/>
              <a:buNone/>
              <a:defRPr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2pPr>
            <a:lvl3pPr lvl="2"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Left Side Image Right | Twilight">
  <p:cSld name="7_Title Only_1_3">
    <p:bg>
      <p:bgPr>
        <a:solidFill>
          <a:schemeClr val="dk1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f66373b4a9_0_622"/>
          <p:cNvSpPr/>
          <p:nvPr>
            <p:ph idx="2" type="pic"/>
          </p:nvPr>
        </p:nvSpPr>
        <p:spPr>
          <a:xfrm>
            <a:off x="5350350" y="-20975"/>
            <a:ext cx="3793800" cy="5102100"/>
          </a:xfrm>
          <a:prstGeom prst="rect">
            <a:avLst/>
          </a:prstGeom>
          <a:noFill/>
          <a:ln>
            <a:noFill/>
          </a:ln>
        </p:spPr>
      </p:sp>
      <p:sp>
        <p:nvSpPr>
          <p:cNvPr id="210" name="Google Shape;210;g3f66373b4a9_0_622"/>
          <p:cNvSpPr txBox="1"/>
          <p:nvPr>
            <p:ph idx="1" type="body"/>
          </p:nvPr>
        </p:nvSpPr>
        <p:spPr>
          <a:xfrm>
            <a:off x="457200" y="1254859"/>
            <a:ext cx="39624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1" name="Google Shape;211;g3f66373b4a9_0_622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g3f66373b4a9_0_622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3" name="Google Shape;213;g3f66373b4a9_0_622"/>
          <p:cNvSpPr txBox="1"/>
          <p:nvPr>
            <p:ph idx="3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sz="11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4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Right Side Image Left">
  <p:cSld name="7_Title Only_1_2"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f66373b4a9_0_628"/>
          <p:cNvSpPr txBox="1"/>
          <p:nvPr>
            <p:ph type="title"/>
          </p:nvPr>
        </p:nvSpPr>
        <p:spPr>
          <a:xfrm>
            <a:off x="4135300" y="284250"/>
            <a:ext cx="44649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g3f66373b4a9_0_628"/>
          <p:cNvSpPr txBox="1"/>
          <p:nvPr>
            <p:ph idx="1" type="body"/>
          </p:nvPr>
        </p:nvSpPr>
        <p:spPr>
          <a:xfrm>
            <a:off x="4135300" y="1370000"/>
            <a:ext cx="44649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7" name="Google Shape;217;g3f66373b4a9_0_628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g3f66373b4a9_0_628"/>
          <p:cNvSpPr/>
          <p:nvPr>
            <p:ph idx="2" type="pic"/>
          </p:nvPr>
        </p:nvSpPr>
        <p:spPr>
          <a:xfrm>
            <a:off x="0" y="-20975"/>
            <a:ext cx="3793800" cy="5102100"/>
          </a:xfrm>
          <a:prstGeom prst="rect">
            <a:avLst/>
          </a:prstGeom>
          <a:noFill/>
          <a:ln>
            <a:noFill/>
          </a:ln>
        </p:spPr>
      </p:sp>
      <p:sp>
        <p:nvSpPr>
          <p:cNvPr id="219" name="Google Shape;219;g3f66373b4a9_0_628"/>
          <p:cNvSpPr txBox="1"/>
          <p:nvPr>
            <p:ph idx="3" type="subTitle"/>
          </p:nvPr>
        </p:nvSpPr>
        <p:spPr>
          <a:xfrm>
            <a:off x="4135300" y="631950"/>
            <a:ext cx="4105800" cy="3804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 SemiBold"/>
              <a:buNone/>
              <a:defRPr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2pPr>
            <a:lvl3pPr lvl="2"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Right Side Image Left | Twilight">
  <p:cSld name="7_Title Only_1_2_1">
    <p:bg>
      <p:bgPr>
        <a:solidFill>
          <a:schemeClr val="dk1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f66373b4a9_0_634"/>
          <p:cNvSpPr txBox="1"/>
          <p:nvPr>
            <p:ph type="title"/>
          </p:nvPr>
        </p:nvSpPr>
        <p:spPr>
          <a:xfrm>
            <a:off x="4135300" y="284250"/>
            <a:ext cx="44649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2" name="Google Shape;222;g3f66373b4a9_0_634"/>
          <p:cNvSpPr txBox="1"/>
          <p:nvPr>
            <p:ph idx="1" type="body"/>
          </p:nvPr>
        </p:nvSpPr>
        <p:spPr>
          <a:xfrm>
            <a:off x="4135300" y="1370000"/>
            <a:ext cx="44649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3" name="Google Shape;223;g3f66373b4a9_0_634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g3f66373b4a9_0_634"/>
          <p:cNvSpPr/>
          <p:nvPr>
            <p:ph idx="2" type="pic"/>
          </p:nvPr>
        </p:nvSpPr>
        <p:spPr>
          <a:xfrm>
            <a:off x="0" y="-20975"/>
            <a:ext cx="3793800" cy="5102100"/>
          </a:xfrm>
          <a:prstGeom prst="rect">
            <a:avLst/>
          </a:prstGeom>
          <a:noFill/>
          <a:ln>
            <a:noFill/>
          </a:ln>
        </p:spPr>
      </p:sp>
      <p:sp>
        <p:nvSpPr>
          <p:cNvPr id="225" name="Google Shape;225;g3f66373b4a9_0_634"/>
          <p:cNvSpPr txBox="1"/>
          <p:nvPr>
            <p:ph idx="3" type="subTitle"/>
          </p:nvPr>
        </p:nvSpPr>
        <p:spPr>
          <a:xfrm>
            <a:off x="4135300" y="631950"/>
            <a:ext cx="3203100" cy="3804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 SemiBold"/>
              <a:buNone/>
              <a:defRPr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2pPr>
            <a:lvl3pPr lvl="2"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Image | White">
  <p:cSld name="7_Title Only_1_1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7" name="Google Shape;227;g3f66373b4a9_0_640"/>
          <p:cNvCxnSpPr/>
          <p:nvPr/>
        </p:nvCxnSpPr>
        <p:spPr>
          <a:xfrm rot="10800000">
            <a:off x="468509" y="3480538"/>
            <a:ext cx="502800" cy="0"/>
          </a:xfrm>
          <a:prstGeom prst="straightConnector1">
            <a:avLst/>
          </a:prstGeom>
          <a:noFill/>
          <a:ln cap="flat" cmpd="sng" w="19050">
            <a:solidFill>
              <a:srgbClr val="FF550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8" name="Google Shape;228;g3f66373b4a9_0_640"/>
          <p:cNvSpPr txBox="1"/>
          <p:nvPr>
            <p:ph idx="1" type="body"/>
          </p:nvPr>
        </p:nvSpPr>
        <p:spPr>
          <a:xfrm>
            <a:off x="477625" y="3652682"/>
            <a:ext cx="3962400" cy="6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SemiBold"/>
              <a:buNone/>
              <a:defRPr sz="16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rtl="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160"/>
              <a:buNone/>
              <a:defRPr>
                <a:solidFill>
                  <a:schemeClr val="accent2"/>
                </a:solidFill>
              </a:defRPr>
            </a:lvl2pPr>
            <a:lvl3pPr indent="-365760" lvl="2" marL="1371600" rtl="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rtl="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rtl="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9" name="Google Shape;229;g3f66373b4a9_0_640"/>
          <p:cNvSpPr txBox="1"/>
          <p:nvPr>
            <p:ph idx="2" type="body"/>
          </p:nvPr>
        </p:nvSpPr>
        <p:spPr>
          <a:xfrm>
            <a:off x="477625" y="3978509"/>
            <a:ext cx="39624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000">
                <a:solidFill>
                  <a:schemeClr val="accent2"/>
                </a:solidFill>
              </a:defRPr>
            </a:lvl1pPr>
            <a:lvl2pPr indent="-228600" lvl="1" marL="914400" rtl="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160"/>
              <a:buNone/>
              <a:defRPr>
                <a:solidFill>
                  <a:schemeClr val="accent2"/>
                </a:solidFill>
              </a:defRPr>
            </a:lvl2pPr>
            <a:lvl3pPr indent="-365760" lvl="2" marL="1371600" rtl="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rtl="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rtl="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0" name="Google Shape;230;g3f66373b4a9_0_640"/>
          <p:cNvSpPr txBox="1"/>
          <p:nvPr>
            <p:ph idx="3" type="body"/>
          </p:nvPr>
        </p:nvSpPr>
        <p:spPr>
          <a:xfrm>
            <a:off x="477625" y="1490884"/>
            <a:ext cx="37254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  <a:defRPr sz="1800"/>
            </a:lvl1pPr>
            <a:lvl2pPr indent="-228600" lvl="1" marL="9144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1" name="Google Shape;231;g3f66373b4a9_0_640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g3f66373b4a9_0_640"/>
          <p:cNvSpPr/>
          <p:nvPr>
            <p:ph idx="4" type="pic"/>
          </p:nvPr>
        </p:nvSpPr>
        <p:spPr>
          <a:xfrm>
            <a:off x="5350350" y="-20975"/>
            <a:ext cx="3793800" cy="5102100"/>
          </a:xfrm>
          <a:prstGeom prst="rect">
            <a:avLst/>
          </a:prstGeom>
          <a:noFill/>
          <a:ln>
            <a:noFill/>
          </a:ln>
        </p:spPr>
      </p:sp>
      <p:sp>
        <p:nvSpPr>
          <p:cNvPr id="233" name="Google Shape;233;g3f66373b4a9_0_640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" name="Google Shape;234;g3f66373b4a9_0_640"/>
          <p:cNvSpPr txBox="1"/>
          <p:nvPr>
            <p:ph idx="5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 SemiBold"/>
              <a:buNone/>
              <a:defRPr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2pPr>
            <a:lvl3pPr lvl="2"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Image | Twilight">
  <p:cSld name="7_Title Only_1_1_2">
    <p:bg>
      <p:bgPr>
        <a:solidFill>
          <a:schemeClr val="dk1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6" name="Google Shape;236;g3f66373b4a9_0_649"/>
          <p:cNvCxnSpPr/>
          <p:nvPr/>
        </p:nvCxnSpPr>
        <p:spPr>
          <a:xfrm rot="10800000">
            <a:off x="457195" y="3480538"/>
            <a:ext cx="502800" cy="0"/>
          </a:xfrm>
          <a:prstGeom prst="straightConnector1">
            <a:avLst/>
          </a:prstGeom>
          <a:noFill/>
          <a:ln cap="flat" cmpd="sng" w="19050">
            <a:solidFill>
              <a:srgbClr val="FF550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7" name="Google Shape;237;g3f66373b4a9_0_649"/>
          <p:cNvSpPr txBox="1"/>
          <p:nvPr>
            <p:ph idx="1" type="body"/>
          </p:nvPr>
        </p:nvSpPr>
        <p:spPr>
          <a:xfrm>
            <a:off x="477625" y="3652682"/>
            <a:ext cx="3962400" cy="6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lus Jakarta Sans SemiBold"/>
              <a:buNone/>
              <a:defRPr sz="16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8" name="Google Shape;238;g3f66373b4a9_0_649"/>
          <p:cNvSpPr txBox="1"/>
          <p:nvPr>
            <p:ph idx="2" type="body"/>
          </p:nvPr>
        </p:nvSpPr>
        <p:spPr>
          <a:xfrm>
            <a:off x="477625" y="3978509"/>
            <a:ext cx="39624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000">
                <a:solidFill>
                  <a:schemeClr val="accent2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160"/>
              <a:buNone/>
              <a:defRPr>
                <a:solidFill>
                  <a:schemeClr val="accent2"/>
                </a:solidFill>
              </a:defRPr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9" name="Google Shape;239;g3f66373b4a9_0_649"/>
          <p:cNvSpPr txBox="1"/>
          <p:nvPr>
            <p:ph idx="3" type="body"/>
          </p:nvPr>
        </p:nvSpPr>
        <p:spPr>
          <a:xfrm>
            <a:off x="477625" y="1595988"/>
            <a:ext cx="37254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0" name="Google Shape;240;g3f66373b4a9_0_649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g3f66373b4a9_0_649"/>
          <p:cNvSpPr/>
          <p:nvPr>
            <p:ph idx="4" type="pic"/>
          </p:nvPr>
        </p:nvSpPr>
        <p:spPr>
          <a:xfrm>
            <a:off x="5350350" y="-20975"/>
            <a:ext cx="3793800" cy="5102100"/>
          </a:xfrm>
          <a:prstGeom prst="rect">
            <a:avLst/>
          </a:prstGeom>
          <a:noFill/>
          <a:ln>
            <a:noFill/>
          </a:ln>
        </p:spPr>
      </p:sp>
      <p:sp>
        <p:nvSpPr>
          <p:cNvPr id="242" name="Google Shape;242;g3f66373b4a9_0_649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3" name="Google Shape;243;g3f66373b4a9_0_649"/>
          <p:cNvSpPr txBox="1"/>
          <p:nvPr>
            <p:ph idx="5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sz="11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4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| Twilight">
  <p:cSld name="7_Title Only_1_1_1">
    <p:bg>
      <p:bgPr>
        <a:solidFill>
          <a:schemeClr val="dk1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g3f66373b4a9_0_658"/>
          <p:cNvPicPr preferRelativeResize="0"/>
          <p:nvPr/>
        </p:nvPicPr>
        <p:blipFill rotWithShape="1">
          <a:blip r:embed="rId2">
            <a:alphaModFix/>
          </a:blip>
          <a:srcRect b="7630" l="0" r="0" t="0"/>
          <a:stretch/>
        </p:blipFill>
        <p:spPr>
          <a:xfrm>
            <a:off x="0" y="4326801"/>
            <a:ext cx="9144000" cy="754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6" name="Google Shape;246;g3f66373b4a9_0_658"/>
          <p:cNvCxnSpPr/>
          <p:nvPr/>
        </p:nvCxnSpPr>
        <p:spPr>
          <a:xfrm rot="10800000">
            <a:off x="713220" y="1047750"/>
            <a:ext cx="502800" cy="0"/>
          </a:xfrm>
          <a:prstGeom prst="straightConnector1">
            <a:avLst/>
          </a:prstGeom>
          <a:noFill/>
          <a:ln cap="flat" cmpd="sng" w="19050">
            <a:solidFill>
              <a:srgbClr val="FF550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7" name="Google Shape;247;g3f66373b4a9_0_658"/>
          <p:cNvSpPr/>
          <p:nvPr/>
        </p:nvSpPr>
        <p:spPr>
          <a:xfrm>
            <a:off x="600100" y="943775"/>
            <a:ext cx="675000" cy="193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248" name="Google Shape;248;g3f66373b4a9_0_6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0525" y="572375"/>
            <a:ext cx="753875" cy="6084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9" name="Google Shape;249;g3f66373b4a9_0_658"/>
          <p:cNvCxnSpPr/>
          <p:nvPr/>
        </p:nvCxnSpPr>
        <p:spPr>
          <a:xfrm rot="10800000">
            <a:off x="1818095" y="3384463"/>
            <a:ext cx="5028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0" name="Google Shape;250;g3f66373b4a9_0_658"/>
          <p:cNvSpPr txBox="1"/>
          <p:nvPr>
            <p:ph idx="1" type="body"/>
          </p:nvPr>
        </p:nvSpPr>
        <p:spPr>
          <a:xfrm>
            <a:off x="1741775" y="3556607"/>
            <a:ext cx="3962400" cy="6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SemiBold"/>
              <a:buNone/>
              <a:defRPr sz="16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160"/>
              <a:buNone/>
              <a:defRPr>
                <a:solidFill>
                  <a:schemeClr val="accent2"/>
                </a:solidFill>
              </a:defRPr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2160"/>
              <a:buChar char="•"/>
              <a:defRPr>
                <a:solidFill>
                  <a:schemeClr val="accent2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–"/>
              <a:defRPr>
                <a:solidFill>
                  <a:schemeClr val="accent2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»"/>
              <a:defRPr>
                <a:solidFill>
                  <a:schemeClr val="accent2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51" name="Google Shape;251;g3f66373b4a9_0_658"/>
          <p:cNvSpPr txBox="1"/>
          <p:nvPr>
            <p:ph idx="2" type="body"/>
          </p:nvPr>
        </p:nvSpPr>
        <p:spPr>
          <a:xfrm>
            <a:off x="1741775" y="3882434"/>
            <a:ext cx="39624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000">
                <a:solidFill>
                  <a:schemeClr val="accent2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160"/>
              <a:buNone/>
              <a:defRPr>
                <a:solidFill>
                  <a:schemeClr val="accent2"/>
                </a:solidFill>
              </a:defRPr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2160"/>
              <a:buChar char="•"/>
              <a:defRPr>
                <a:solidFill>
                  <a:schemeClr val="accent2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–"/>
              <a:defRPr>
                <a:solidFill>
                  <a:schemeClr val="accent2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»"/>
              <a:defRPr>
                <a:solidFill>
                  <a:schemeClr val="accent2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52" name="Google Shape;252;g3f66373b4a9_0_658"/>
          <p:cNvSpPr txBox="1"/>
          <p:nvPr>
            <p:ph idx="3" type="body"/>
          </p:nvPr>
        </p:nvSpPr>
        <p:spPr>
          <a:xfrm>
            <a:off x="1741775" y="961075"/>
            <a:ext cx="5686800" cy="23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Plus Jakarta Sans SemiBold"/>
              <a:buNone/>
              <a:defRPr sz="25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3" name="Google Shape;253;g3f66373b4a9_0_658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g3f66373b4a9_0_658"/>
          <p:cNvSpPr txBox="1"/>
          <p:nvPr/>
        </p:nvSpPr>
        <p:spPr>
          <a:xfrm>
            <a:off x="380125" y="4737800"/>
            <a:ext cx="46137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©2026 Cloudera, Inc. All Rights Reserved. </a:t>
            </a:r>
            <a:endParaRPr sz="600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descr=" " id="255" name="Google Shape;255;g3f66373b4a9_0_6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533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| Orange">
  <p:cSld name="7_Title Only_1_1_1_1">
    <p:bg>
      <p:bgPr>
        <a:solidFill>
          <a:schemeClr val="accent1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g3f66373b4a9_0_67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326811"/>
            <a:ext cx="9144000" cy="81667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8" name="Google Shape;258;g3f66373b4a9_0_670"/>
          <p:cNvCxnSpPr/>
          <p:nvPr/>
        </p:nvCxnSpPr>
        <p:spPr>
          <a:xfrm rot="10800000">
            <a:off x="713220" y="1047750"/>
            <a:ext cx="502800" cy="0"/>
          </a:xfrm>
          <a:prstGeom prst="straightConnector1">
            <a:avLst/>
          </a:prstGeom>
          <a:noFill/>
          <a:ln cap="flat" cmpd="sng" w="19050">
            <a:solidFill>
              <a:srgbClr val="FF550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9" name="Google Shape;259;g3f66373b4a9_0_670"/>
          <p:cNvSpPr/>
          <p:nvPr/>
        </p:nvSpPr>
        <p:spPr>
          <a:xfrm>
            <a:off x="600100" y="943775"/>
            <a:ext cx="675000" cy="193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260" name="Google Shape;260;g3f66373b4a9_0_6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0525" y="572375"/>
            <a:ext cx="753875" cy="6084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1" name="Google Shape;261;g3f66373b4a9_0_670"/>
          <p:cNvCxnSpPr/>
          <p:nvPr/>
        </p:nvCxnSpPr>
        <p:spPr>
          <a:xfrm rot="10800000">
            <a:off x="1818095" y="3384463"/>
            <a:ext cx="50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2" name="Google Shape;262;g3f66373b4a9_0_670"/>
          <p:cNvSpPr txBox="1"/>
          <p:nvPr>
            <p:ph idx="1" type="body"/>
          </p:nvPr>
        </p:nvSpPr>
        <p:spPr>
          <a:xfrm>
            <a:off x="1741775" y="3556607"/>
            <a:ext cx="3962400" cy="6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lus Jakarta Sans SemiBold"/>
              <a:buNone/>
              <a:defRPr sz="16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3" name="Google Shape;263;g3f66373b4a9_0_670"/>
          <p:cNvSpPr txBox="1"/>
          <p:nvPr>
            <p:ph idx="2" type="body"/>
          </p:nvPr>
        </p:nvSpPr>
        <p:spPr>
          <a:xfrm>
            <a:off x="1741775" y="3882434"/>
            <a:ext cx="39624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0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4" name="Google Shape;264;g3f66373b4a9_0_670"/>
          <p:cNvSpPr txBox="1"/>
          <p:nvPr>
            <p:ph idx="3" type="body"/>
          </p:nvPr>
        </p:nvSpPr>
        <p:spPr>
          <a:xfrm>
            <a:off x="1741775" y="961075"/>
            <a:ext cx="5686800" cy="23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Plus Jakarta Sans SemiBold"/>
              <a:buNone/>
              <a:defRPr sz="25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5" name="Google Shape;265;g3f66373b4a9_0_670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g3f66373b4a9_0_670"/>
          <p:cNvSpPr txBox="1"/>
          <p:nvPr/>
        </p:nvSpPr>
        <p:spPr>
          <a:xfrm>
            <a:off x="380125" y="4737800"/>
            <a:ext cx="46137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©2026 Cloudera, Inc. All Rights Reserved. </a:t>
            </a:r>
            <a:endParaRPr sz="600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descr=" " id="267" name="Google Shape;267;g3f66373b4a9_0_67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533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| White">
  <p:cSld name="7_Title Only_1_1_1_1_1">
    <p:bg>
      <p:bgPr>
        <a:solidFill>
          <a:schemeClr val="lt1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Google Shape;269;g3f66373b4a9_0_682"/>
          <p:cNvPicPr preferRelativeResize="0"/>
          <p:nvPr/>
        </p:nvPicPr>
        <p:blipFill rotWithShape="1">
          <a:blip r:embed="rId2">
            <a:alphaModFix/>
          </a:blip>
          <a:srcRect b="416" l="0" r="0" t="426"/>
          <a:stretch/>
        </p:blipFill>
        <p:spPr>
          <a:xfrm>
            <a:off x="0" y="4326811"/>
            <a:ext cx="9144000" cy="81667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0" name="Google Shape;270;g3f66373b4a9_0_682"/>
          <p:cNvCxnSpPr/>
          <p:nvPr/>
        </p:nvCxnSpPr>
        <p:spPr>
          <a:xfrm rot="10800000">
            <a:off x="713220" y="1047750"/>
            <a:ext cx="502800" cy="0"/>
          </a:xfrm>
          <a:prstGeom prst="straightConnector1">
            <a:avLst/>
          </a:prstGeom>
          <a:noFill/>
          <a:ln cap="flat" cmpd="sng" w="19050">
            <a:solidFill>
              <a:srgbClr val="FF550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1" name="Google Shape;271;g3f66373b4a9_0_682"/>
          <p:cNvSpPr/>
          <p:nvPr/>
        </p:nvSpPr>
        <p:spPr>
          <a:xfrm>
            <a:off x="600100" y="943775"/>
            <a:ext cx="675000" cy="193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272" name="Google Shape;272;g3f66373b4a9_0_6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0525" y="572375"/>
            <a:ext cx="753875" cy="6084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3" name="Google Shape;273;g3f66373b4a9_0_682"/>
          <p:cNvCxnSpPr/>
          <p:nvPr/>
        </p:nvCxnSpPr>
        <p:spPr>
          <a:xfrm rot="10800000">
            <a:off x="1818095" y="3384463"/>
            <a:ext cx="5028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4" name="Google Shape;274;g3f66373b4a9_0_682"/>
          <p:cNvSpPr txBox="1"/>
          <p:nvPr>
            <p:ph idx="1" type="body"/>
          </p:nvPr>
        </p:nvSpPr>
        <p:spPr>
          <a:xfrm>
            <a:off x="1741775" y="961075"/>
            <a:ext cx="5692800" cy="23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900"/>
              <a:buFont typeface="Plus Jakarta Sans SemiBold"/>
              <a:buNone/>
              <a:defRPr sz="2500"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5" name="Google Shape;275;g3f66373b4a9_0_682"/>
          <p:cNvSpPr txBox="1"/>
          <p:nvPr>
            <p:ph idx="2" type="body"/>
          </p:nvPr>
        </p:nvSpPr>
        <p:spPr>
          <a:xfrm>
            <a:off x="1741775" y="3556607"/>
            <a:ext cx="3962400" cy="6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SemiBold"/>
              <a:buNone/>
              <a:defRPr sz="16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160"/>
              <a:buNone/>
              <a:defRPr>
                <a:solidFill>
                  <a:schemeClr val="accent2"/>
                </a:solidFill>
              </a:defRPr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2160"/>
              <a:buChar char="•"/>
              <a:defRPr>
                <a:solidFill>
                  <a:schemeClr val="accent2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–"/>
              <a:defRPr>
                <a:solidFill>
                  <a:schemeClr val="accent2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»"/>
              <a:defRPr>
                <a:solidFill>
                  <a:schemeClr val="accent2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76" name="Google Shape;276;g3f66373b4a9_0_682"/>
          <p:cNvSpPr txBox="1"/>
          <p:nvPr>
            <p:ph idx="3" type="body"/>
          </p:nvPr>
        </p:nvSpPr>
        <p:spPr>
          <a:xfrm>
            <a:off x="1741775" y="3882434"/>
            <a:ext cx="39624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000">
                <a:solidFill>
                  <a:schemeClr val="accent2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160"/>
              <a:buNone/>
              <a:defRPr>
                <a:solidFill>
                  <a:schemeClr val="accent2"/>
                </a:solidFill>
              </a:defRPr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2160"/>
              <a:buChar char="•"/>
              <a:defRPr>
                <a:solidFill>
                  <a:schemeClr val="accent2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–"/>
              <a:defRPr>
                <a:solidFill>
                  <a:schemeClr val="accent2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»"/>
              <a:defRPr>
                <a:solidFill>
                  <a:schemeClr val="accent2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77" name="Google Shape;277;g3f66373b4a9_0_682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g3f66373b4a9_0_682"/>
          <p:cNvSpPr txBox="1"/>
          <p:nvPr/>
        </p:nvSpPr>
        <p:spPr>
          <a:xfrm>
            <a:off x="380125" y="4737800"/>
            <a:ext cx="46137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88889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©2026 Cloudera, Inc. All Rights Reserved. </a:t>
            </a:r>
            <a:endParaRPr sz="600">
              <a:solidFill>
                <a:srgbClr val="88889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descr=" " id="279" name="Google Shape;279;g3f66373b4a9_0_68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533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ody on the Right 1">
  <p:cSld name="8_Title Only"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f66373b4a9_0_694"/>
          <p:cNvSpPr txBox="1"/>
          <p:nvPr>
            <p:ph type="title"/>
          </p:nvPr>
        </p:nvSpPr>
        <p:spPr>
          <a:xfrm>
            <a:off x="5715000" y="284250"/>
            <a:ext cx="4017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2" name="Google Shape;282;g3f66373b4a9_0_694"/>
          <p:cNvSpPr txBox="1"/>
          <p:nvPr>
            <p:ph idx="1" type="body"/>
          </p:nvPr>
        </p:nvSpPr>
        <p:spPr>
          <a:xfrm>
            <a:off x="5715000" y="1903412"/>
            <a:ext cx="31242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3" name="Google Shape;283;g3f66373b4a9_0_694"/>
          <p:cNvSpPr/>
          <p:nvPr/>
        </p:nvSpPr>
        <p:spPr>
          <a:xfrm>
            <a:off x="381000" y="0"/>
            <a:ext cx="381000" cy="1027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g3f66373b4a9_0_694"/>
          <p:cNvSpPr/>
          <p:nvPr/>
        </p:nvSpPr>
        <p:spPr>
          <a:xfrm>
            <a:off x="381000" y="897026"/>
            <a:ext cx="762000" cy="226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g3f66373b4a9_0_694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g3f66373b4a9_0_694"/>
          <p:cNvSpPr txBox="1"/>
          <p:nvPr>
            <p:ph idx="2" type="subTitle"/>
          </p:nvPr>
        </p:nvSpPr>
        <p:spPr>
          <a:xfrm>
            <a:off x="5715000" y="631950"/>
            <a:ext cx="2542800" cy="3804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 SemiBold"/>
              <a:buNone/>
              <a:defRPr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2pPr>
            <a:lvl3pPr lvl="2"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ody on the Right 1 1">
  <p:cSld name="8_Title Only_1">
    <p:bg>
      <p:bgPr>
        <a:solidFill>
          <a:schemeClr val="dk1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f66373b4a9_0_701"/>
          <p:cNvSpPr txBox="1"/>
          <p:nvPr>
            <p:ph type="title"/>
          </p:nvPr>
        </p:nvSpPr>
        <p:spPr>
          <a:xfrm>
            <a:off x="5715000" y="284250"/>
            <a:ext cx="45636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9" name="Google Shape;289;g3f66373b4a9_0_701"/>
          <p:cNvSpPr txBox="1"/>
          <p:nvPr>
            <p:ph idx="1" type="body"/>
          </p:nvPr>
        </p:nvSpPr>
        <p:spPr>
          <a:xfrm>
            <a:off x="5715000" y="1903412"/>
            <a:ext cx="31242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0" name="Google Shape;290;g3f66373b4a9_0_701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g3f66373b4a9_0_701"/>
          <p:cNvSpPr txBox="1"/>
          <p:nvPr>
            <p:ph idx="2" type="subTitle"/>
          </p:nvPr>
        </p:nvSpPr>
        <p:spPr>
          <a:xfrm>
            <a:off x="5715000" y="631950"/>
            <a:ext cx="2584200" cy="3804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sz="11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4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range Background Nodes Top Right 2">
  <p:cSld name="32_Title and Content_1">
    <p:bg>
      <p:bgPr>
        <a:solidFill>
          <a:schemeClr val="accent1"/>
        </a:solid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f66373b4a9_0_706"/>
          <p:cNvSpPr txBox="1"/>
          <p:nvPr>
            <p:ph idx="1" type="body"/>
          </p:nvPr>
        </p:nvSpPr>
        <p:spPr>
          <a:xfrm>
            <a:off x="457200" y="1264922"/>
            <a:ext cx="7023600" cy="3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SzPts val="1440"/>
              <a:buFont typeface="Plus Jakarta Sans"/>
              <a:buNone/>
              <a:defRPr>
                <a:solidFill>
                  <a:schemeClr val="lt1"/>
                </a:solidFill>
              </a:defRPr>
            </a:lvl2pPr>
            <a:lvl3pPr indent="-304800" lvl="2" marL="1371600" algn="l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>
                <a:solidFill>
                  <a:schemeClr val="lt1"/>
                </a:solidFill>
              </a:defRPr>
            </a:lvl3pPr>
            <a:lvl4pPr indent="-292100" lvl="3" marL="1828800" algn="l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Char char="–"/>
              <a:defRPr>
                <a:solidFill>
                  <a:schemeClr val="lt1"/>
                </a:solidFill>
              </a:defRPr>
            </a:lvl4pPr>
            <a:lvl5pPr indent="-292100" lvl="4" marL="2286000" algn="l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4" name="Google Shape;294;g3f66373b4a9_0_706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g3f66373b4a9_0_706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296" name="Google Shape;296;g3f66373b4a9_0_706"/>
          <p:cNvPicPr preferRelativeResize="0"/>
          <p:nvPr/>
        </p:nvPicPr>
        <p:blipFill rotWithShape="1">
          <a:blip r:embed="rId2">
            <a:alphaModFix amt="30000"/>
          </a:blip>
          <a:srcRect b="0" l="0" r="0" t="0"/>
          <a:stretch/>
        </p:blipFill>
        <p:spPr>
          <a:xfrm>
            <a:off x="7611575" y="0"/>
            <a:ext cx="1532425" cy="3244899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g3f66373b4a9_0_706"/>
          <p:cNvSpPr txBox="1"/>
          <p:nvPr/>
        </p:nvSpPr>
        <p:spPr>
          <a:xfrm>
            <a:off x="380125" y="4737800"/>
            <a:ext cx="46137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©2026 Cloudera, Inc. All Rights Reserved. </a:t>
            </a:r>
            <a:endParaRPr sz="600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descr=" " id="298" name="Google Shape;298;g3f66373b4a9_0_7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533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g3f66373b4a9_0_706"/>
          <p:cNvSpPr txBox="1"/>
          <p:nvPr>
            <p:ph idx="2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sz="11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4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ilight Background Nodes Top Right 2">
  <p:cSld name="41_Title and Content_1">
    <p:bg>
      <p:bgPr>
        <a:solidFill>
          <a:schemeClr val="dk1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f66373b4a9_0_714"/>
          <p:cNvSpPr txBox="1"/>
          <p:nvPr>
            <p:ph idx="1" type="body"/>
          </p:nvPr>
        </p:nvSpPr>
        <p:spPr>
          <a:xfrm>
            <a:off x="457200" y="1370025"/>
            <a:ext cx="6972900" cy="3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SzPts val="1440"/>
              <a:buFont typeface="Plus Jakarta Sans"/>
              <a:buNone/>
              <a:defRPr>
                <a:solidFill>
                  <a:schemeClr val="lt1"/>
                </a:solidFill>
              </a:defRPr>
            </a:lvl2pPr>
            <a:lvl3pPr indent="-304800" lvl="2" marL="1371600" algn="l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>
                <a:solidFill>
                  <a:schemeClr val="lt1"/>
                </a:solidFill>
              </a:defRPr>
            </a:lvl3pPr>
            <a:lvl4pPr indent="-292100" lvl="3" marL="1828800" algn="l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Char char="–"/>
              <a:defRPr>
                <a:solidFill>
                  <a:schemeClr val="lt1"/>
                </a:solidFill>
              </a:defRPr>
            </a:lvl4pPr>
            <a:lvl5pPr indent="-292100" lvl="4" marL="2286000" algn="l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2" name="Google Shape;302;g3f66373b4a9_0_714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g3f66373b4a9_0_714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04" name="Google Shape;304;g3f66373b4a9_0_7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11575" y="0"/>
            <a:ext cx="1532425" cy="3244899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g3f66373b4a9_0_714"/>
          <p:cNvSpPr txBox="1"/>
          <p:nvPr>
            <p:ph idx="2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sz="11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4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range Nodes Top Right 1">
  <p:cSld name="39_Title and Content_1">
    <p:bg>
      <p:bgPr>
        <a:solidFill>
          <a:schemeClr val="lt1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f66373b4a9_0_720"/>
          <p:cNvSpPr txBox="1"/>
          <p:nvPr>
            <p:ph idx="1" type="body"/>
          </p:nvPr>
        </p:nvSpPr>
        <p:spPr>
          <a:xfrm>
            <a:off x="457200" y="1264922"/>
            <a:ext cx="7074600" cy="3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None/>
              <a:defRPr/>
            </a:lvl1pPr>
            <a:lvl2pPr indent="-228600" lvl="1" marL="914400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Plus Jakarta Sans"/>
              <a:buNone/>
              <a:defRPr/>
            </a:lvl2pPr>
            <a:lvl3pPr indent="-304800" lvl="2" marL="1371600" algn="l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>
                <a:solidFill>
                  <a:srgbClr val="000000"/>
                </a:solidFill>
              </a:defRPr>
            </a:lvl3pPr>
            <a:lvl4pPr indent="-292100" lvl="3" marL="1828800" algn="l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Char char="–"/>
              <a:defRPr>
                <a:solidFill>
                  <a:srgbClr val="000000"/>
                </a:solidFill>
              </a:defRPr>
            </a:lvl4pPr>
            <a:lvl5pPr indent="-292100" lvl="4" marL="2286000" algn="l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Char char="»"/>
              <a:defRPr>
                <a:solidFill>
                  <a:srgbClr val="000000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08" name="Google Shape;308;g3f66373b4a9_0_720"/>
          <p:cNvSpPr txBox="1"/>
          <p:nvPr>
            <p:ph idx="11" type="ftr"/>
          </p:nvPr>
        </p:nvSpPr>
        <p:spPr>
          <a:xfrm>
            <a:off x="106675" y="4795501"/>
            <a:ext cx="60390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9" name="Google Shape;309;g3f66373b4a9_0_720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g3f66373b4a9_0_720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11" name="Google Shape;311;g3f66373b4a9_0_7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25075" y="0"/>
            <a:ext cx="1532425" cy="3244899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g3f66373b4a9_0_720"/>
          <p:cNvSpPr txBox="1"/>
          <p:nvPr>
            <p:ph idx="2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 SemiBold"/>
              <a:buNone/>
              <a:defRPr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2pPr>
            <a:lvl3pPr lvl="2"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ue Nodes Top Right">
  <p:cSld name="16_Title Only"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f66373b4a9_0_727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g3f66373b4a9_0_727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6" name="Google Shape;316;g3f66373b4a9_0_727"/>
          <p:cNvSpPr txBox="1"/>
          <p:nvPr>
            <p:ph idx="1" type="body"/>
          </p:nvPr>
        </p:nvSpPr>
        <p:spPr>
          <a:xfrm>
            <a:off x="457200" y="1264922"/>
            <a:ext cx="7074600" cy="3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None/>
              <a:defRPr/>
            </a:lvl1pPr>
            <a:lvl2pPr indent="-228600" lvl="1" marL="914400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Plus Jakarta Sans"/>
              <a:buNone/>
              <a:defRPr/>
            </a:lvl2pPr>
            <a:lvl3pPr indent="-304800" lvl="2" marL="1371600" algn="l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>
                <a:solidFill>
                  <a:srgbClr val="000000"/>
                </a:solidFill>
              </a:defRPr>
            </a:lvl3pPr>
            <a:lvl4pPr indent="-292100" lvl="3" marL="1828800" algn="l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Char char="–"/>
              <a:defRPr>
                <a:solidFill>
                  <a:srgbClr val="000000"/>
                </a:solidFill>
              </a:defRPr>
            </a:lvl4pPr>
            <a:lvl5pPr indent="-292100" lvl="4" marL="2286000" algn="l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Char char="»"/>
              <a:defRPr>
                <a:solidFill>
                  <a:srgbClr val="000000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9pPr>
          </a:lstStyle>
          <a:p/>
        </p:txBody>
      </p:sp>
      <p:pic>
        <p:nvPicPr>
          <p:cNvPr id="317" name="Google Shape;317;g3f66373b4a9_0_7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25075" y="0"/>
            <a:ext cx="1532425" cy="3244899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g3f66373b4a9_0_727"/>
          <p:cNvSpPr txBox="1"/>
          <p:nvPr>
            <p:ph idx="2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 SemiBold"/>
              <a:buNone/>
              <a:defRPr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2pPr>
            <a:lvl3pPr lvl="2"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o Content">
  <p:cSld name="15_Title Only_1"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f66373b4a9_0_733"/>
          <p:cNvSpPr/>
          <p:nvPr/>
        </p:nvSpPr>
        <p:spPr>
          <a:xfrm>
            <a:off x="526900" y="976075"/>
            <a:ext cx="709200" cy="189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21" name="Google Shape;321;g3f66373b4a9_0_733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 image_rounded">
  <p:cSld name="15_Title Only_1_2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f66373b4a9_0_736"/>
          <p:cNvSpPr/>
          <p:nvPr/>
        </p:nvSpPr>
        <p:spPr>
          <a:xfrm>
            <a:off x="-20225" y="5039775"/>
            <a:ext cx="9177600" cy="103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24" name="Google Shape;324;g3f66373b4a9_0_736"/>
          <p:cNvSpPr/>
          <p:nvPr/>
        </p:nvSpPr>
        <p:spPr>
          <a:xfrm>
            <a:off x="526900" y="976075"/>
            <a:ext cx="709200" cy="189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descr=" " id="325" name="Google Shape;325;g3f66373b4a9_0_7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g3f66373b4a9_0_736"/>
          <p:cNvSpPr/>
          <p:nvPr>
            <p:ph idx="2" type="pic"/>
          </p:nvPr>
        </p:nvSpPr>
        <p:spPr>
          <a:xfrm>
            <a:off x="103350" y="81900"/>
            <a:ext cx="8950800" cy="4979700"/>
          </a:xfrm>
          <a:prstGeom prst="roundRect">
            <a:avLst>
              <a:gd fmla="val 3798" name="adj"/>
            </a:avLst>
          </a:prstGeom>
          <a:noFill/>
          <a:ln>
            <a:noFill/>
          </a:ln>
        </p:spPr>
      </p:sp>
    </p:spTree>
  </p:cSld>
  <p:clrMapOvr>
    <a:masterClrMapping/>
  </p:clrMapOvr>
  <p:transition spd="slow">
    <p:push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 image_bleed">
  <p:cSld name="15_Title Only_1_2_1"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f66373b4a9_0_741"/>
          <p:cNvSpPr/>
          <p:nvPr/>
        </p:nvSpPr>
        <p:spPr>
          <a:xfrm>
            <a:off x="526900" y="976075"/>
            <a:ext cx="709200" cy="189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descr=" " id="329" name="Google Shape;329;g3f66373b4a9_0_7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g3f66373b4a9_0_741"/>
          <p:cNvSpPr/>
          <p:nvPr>
            <p:ph idx="2" type="pic"/>
          </p:nvPr>
        </p:nvSpPr>
        <p:spPr>
          <a:xfrm>
            <a:off x="-6700" y="325"/>
            <a:ext cx="9144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transition spd="slow">
    <p:push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o logo 1">
  <p:cSld name="15_Title Only_1_1">
    <p:bg>
      <p:bgPr>
        <a:solidFill>
          <a:schemeClr val="dk1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f66373b4a9_0_745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o title | Twilight 3">
  <p:cSld name="6_Title Only_2_3_4">
    <p:bg>
      <p:bgPr>
        <a:solidFill>
          <a:schemeClr val="accent3"/>
        </a:solidFill>
      </p:bgPr>
    </p:bg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f66373b4a9_0_747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| Twilight 3 1">
  <p:cSld name="6_Title Only_2_3_4_1">
    <p:bg>
      <p:bgPr>
        <a:solidFill>
          <a:schemeClr val="accent3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f66373b4a9_0_749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g3f66373b4a9_0_749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8" name="Google Shape;338;g3f66373b4a9_0_749"/>
          <p:cNvSpPr txBox="1"/>
          <p:nvPr>
            <p:ph idx="1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sz="11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4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Slide | Nodes on the Left | White 1">
  <p:cSld name="4_Custom Layout_2_1_2">
    <p:bg>
      <p:bgPr>
        <a:solidFill>
          <a:schemeClr val="lt1"/>
        </a:solid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f66373b4a9_0_753"/>
          <p:cNvSpPr/>
          <p:nvPr/>
        </p:nvSpPr>
        <p:spPr>
          <a:xfrm>
            <a:off x="261600" y="4630175"/>
            <a:ext cx="2553000" cy="468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41" name="Google Shape;341;g3f66373b4a9_0_753"/>
          <p:cNvSpPr txBox="1"/>
          <p:nvPr>
            <p:ph idx="1" type="body"/>
          </p:nvPr>
        </p:nvSpPr>
        <p:spPr>
          <a:xfrm>
            <a:off x="3670625" y="4491831"/>
            <a:ext cx="35052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lus Jakarta Sans"/>
              <a:buNone/>
              <a:defRPr b="0" i="0" sz="13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228600" lvl="1" marL="914400" algn="l">
              <a:lnSpc>
                <a:spcPct val="129090"/>
              </a:lnSpc>
              <a:spcBef>
                <a:spcPts val="500"/>
              </a:spcBef>
              <a:spcAft>
                <a:spcPts val="0"/>
              </a:spcAft>
              <a:buClr>
                <a:srgbClr val="1F2A32"/>
              </a:buClr>
              <a:buSzPts val="1320"/>
              <a:buFont typeface="Plus Jakarta Sans"/>
              <a:buNone/>
              <a:defRPr>
                <a:solidFill>
                  <a:srgbClr val="1F2A32"/>
                </a:solidFill>
              </a:defRPr>
            </a:lvl2pPr>
            <a:lvl3pPr indent="-3048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4E5661"/>
              </a:buClr>
              <a:buSzPts val="1200"/>
              <a:buChar char="•"/>
              <a:defRPr>
                <a:solidFill>
                  <a:srgbClr val="4E5661"/>
                </a:solidFill>
              </a:defRPr>
            </a:lvl3pPr>
            <a:lvl4pPr indent="-279400" lvl="3" marL="182880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4E5661"/>
              </a:buClr>
              <a:buSzPts val="800"/>
              <a:buChar char="–"/>
              <a:defRPr>
                <a:solidFill>
                  <a:srgbClr val="4E5661"/>
                </a:solidFill>
              </a:defRPr>
            </a:lvl4pPr>
            <a:lvl5pPr indent="-279400" lvl="4" marL="228600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4E5661"/>
              </a:buClr>
              <a:buSzPts val="800"/>
              <a:buChar char="»"/>
              <a:defRPr>
                <a:solidFill>
                  <a:srgbClr val="4E5661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42" name="Google Shape;342;g3f66373b4a9_0_753"/>
          <p:cNvSpPr/>
          <p:nvPr/>
        </p:nvSpPr>
        <p:spPr>
          <a:xfrm>
            <a:off x="529300" y="991125"/>
            <a:ext cx="1306200" cy="407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343" name="Google Shape;343;g3f66373b4a9_0_75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70625" y="1363032"/>
            <a:ext cx="2321467" cy="285093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g3f66373b4a9_0_753"/>
          <p:cNvPicPr preferRelativeResize="0"/>
          <p:nvPr/>
        </p:nvPicPr>
        <p:blipFill rotWithShape="1">
          <a:blip r:embed="rId3">
            <a:alphaModFix/>
          </a:blip>
          <a:srcRect b="9229" l="50" r="28735" t="23653"/>
          <a:stretch/>
        </p:blipFill>
        <p:spPr>
          <a:xfrm rot="10800000">
            <a:off x="4976" y="-4300"/>
            <a:ext cx="3101374" cy="5148975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g3f66373b4a9_0_753"/>
          <p:cNvSpPr txBox="1"/>
          <p:nvPr>
            <p:ph type="title"/>
          </p:nvPr>
        </p:nvSpPr>
        <p:spPr>
          <a:xfrm>
            <a:off x="3670625" y="2160475"/>
            <a:ext cx="58626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3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6" name="Google Shape;346;g3f66373b4a9_0_753"/>
          <p:cNvSpPr txBox="1"/>
          <p:nvPr>
            <p:ph idx="2" type="body"/>
          </p:nvPr>
        </p:nvSpPr>
        <p:spPr>
          <a:xfrm>
            <a:off x="3670625" y="2856575"/>
            <a:ext cx="58626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Plus Jakarta Sans SemiBold"/>
              <a:buNone/>
              <a:defRPr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78888"/>
              </a:lnSpc>
              <a:spcBef>
                <a:spcPts val="5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7" name="Google Shape;347;g3f66373b4a9_0_753"/>
          <p:cNvSpPr txBox="1"/>
          <p:nvPr/>
        </p:nvSpPr>
        <p:spPr>
          <a:xfrm>
            <a:off x="380125" y="4737800"/>
            <a:ext cx="46137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88889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©2025 Cloudera, Inc. All Rights Reserved.</a:t>
            </a:r>
            <a:endParaRPr b="0" i="0" sz="600" u="none" cap="none" strike="noStrike">
              <a:solidFill>
                <a:srgbClr val="88889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ody | White">
  <p:cSld name="6_Title Only_3_1_5"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f66373b4a9_0_762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350" name="Google Shape;350;g3f66373b4a9_0_76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g3f66373b4a9_0_762"/>
          <p:cNvSpPr txBox="1"/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1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2" name="Google Shape;352;g3f66373b4a9_0_762"/>
          <p:cNvSpPr txBox="1"/>
          <p:nvPr>
            <p:ph idx="1" type="body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lus Jakarta Sans SemiBold"/>
              <a:buNone/>
              <a:defRPr i="0" sz="1100">
                <a:solidFill>
                  <a:schemeClr val="accent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3" name="Google Shape;353;g3f66373b4a9_0_762"/>
          <p:cNvSpPr txBox="1"/>
          <p:nvPr>
            <p:ph idx="2" type="body"/>
          </p:nvPr>
        </p:nvSpPr>
        <p:spPr>
          <a:xfrm>
            <a:off x="533400" y="1370000"/>
            <a:ext cx="4138200" cy="30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160"/>
              <a:buNone/>
              <a:defRPr/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2160"/>
              <a:buChar char="•"/>
              <a:defRPr>
                <a:solidFill>
                  <a:srgbClr val="000000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>
                <a:solidFill>
                  <a:srgbClr val="000000"/>
                </a:solidFill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>
                <a:solidFill>
                  <a:srgbClr val="000000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Column Text 1">
  <p:cSld name="6_Title Only_3_1_1_2"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f66373b4a9_0_768"/>
          <p:cNvSpPr txBox="1"/>
          <p:nvPr>
            <p:ph idx="1" type="body"/>
          </p:nvPr>
        </p:nvSpPr>
        <p:spPr>
          <a:xfrm>
            <a:off x="533400" y="1370000"/>
            <a:ext cx="3760200" cy="30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160"/>
              <a:buNone/>
              <a:defRPr/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2160"/>
              <a:buChar char="•"/>
              <a:defRPr>
                <a:solidFill>
                  <a:srgbClr val="000000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>
                <a:solidFill>
                  <a:srgbClr val="000000"/>
                </a:solidFill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>
                <a:solidFill>
                  <a:srgbClr val="000000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56" name="Google Shape;356;g3f66373b4a9_0_768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357" name="Google Shape;357;g3f66373b4a9_0_76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g3f66373b4a9_0_768"/>
          <p:cNvSpPr txBox="1"/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1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9" name="Google Shape;359;g3f66373b4a9_0_768"/>
          <p:cNvSpPr txBox="1"/>
          <p:nvPr>
            <p:ph idx="2" type="body"/>
          </p:nvPr>
        </p:nvSpPr>
        <p:spPr>
          <a:xfrm>
            <a:off x="533400" y="1370000"/>
            <a:ext cx="3760200" cy="30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160"/>
              <a:buNone/>
              <a:defRPr/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2160"/>
              <a:buChar char="•"/>
              <a:defRPr>
                <a:solidFill>
                  <a:srgbClr val="000000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>
                <a:solidFill>
                  <a:srgbClr val="000000"/>
                </a:solidFill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>
                <a:solidFill>
                  <a:srgbClr val="000000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60" name="Google Shape;360;g3f66373b4a9_0_768"/>
          <p:cNvSpPr txBox="1"/>
          <p:nvPr>
            <p:ph idx="3" type="body"/>
          </p:nvPr>
        </p:nvSpPr>
        <p:spPr>
          <a:xfrm>
            <a:off x="4755900" y="1370000"/>
            <a:ext cx="3760200" cy="30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160"/>
              <a:buNone/>
              <a:defRPr/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2160"/>
              <a:buChar char="•"/>
              <a:defRPr>
                <a:solidFill>
                  <a:srgbClr val="000000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>
                <a:solidFill>
                  <a:srgbClr val="000000"/>
                </a:solidFill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>
                <a:solidFill>
                  <a:srgbClr val="000000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61" name="Google Shape;361;g3f66373b4a9_0_768"/>
          <p:cNvSpPr txBox="1"/>
          <p:nvPr>
            <p:ph idx="4" type="body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lus Jakarta Sans SemiBold"/>
              <a:buNone/>
              <a:defRPr i="0" sz="1100">
                <a:solidFill>
                  <a:schemeClr val="accent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line Image on the Right 1">
  <p:cSld name="6_Title Only_1_3"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f66373b4a9_0_776"/>
          <p:cNvSpPr txBox="1"/>
          <p:nvPr>
            <p:ph idx="1" type="body"/>
          </p:nvPr>
        </p:nvSpPr>
        <p:spPr>
          <a:xfrm>
            <a:off x="533400" y="1370000"/>
            <a:ext cx="39234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4" name="Google Shape;364;g3f66373b4a9_0_776"/>
          <p:cNvSpPr/>
          <p:nvPr>
            <p:ph idx="2" type="pic"/>
          </p:nvPr>
        </p:nvSpPr>
        <p:spPr>
          <a:xfrm>
            <a:off x="4600100" y="1283925"/>
            <a:ext cx="4064100" cy="3261600"/>
          </a:xfrm>
          <a:prstGeom prst="roundRect">
            <a:avLst>
              <a:gd fmla="val 6744" name="adj"/>
            </a:avLst>
          </a:prstGeom>
          <a:noFill/>
          <a:ln>
            <a:noFill/>
          </a:ln>
        </p:spPr>
      </p:sp>
      <p:sp>
        <p:nvSpPr>
          <p:cNvPr id="365" name="Google Shape;365;g3f66373b4a9_0_776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366" name="Google Shape;366;g3f66373b4a9_0_77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g3f66373b4a9_0_776"/>
          <p:cNvSpPr txBox="1"/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1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8" name="Google Shape;368;g3f66373b4a9_0_776"/>
          <p:cNvSpPr txBox="1"/>
          <p:nvPr>
            <p:ph idx="3" type="body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lus Jakarta Sans SemiBold"/>
              <a:buNone/>
              <a:defRPr i="0" sz="1100">
                <a:solidFill>
                  <a:schemeClr val="accent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line Image on the Left 1">
  <p:cSld name="6_Title Only_1_1_1"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f66373b4a9_0_783"/>
          <p:cNvSpPr txBox="1"/>
          <p:nvPr>
            <p:ph idx="1" type="body"/>
          </p:nvPr>
        </p:nvSpPr>
        <p:spPr>
          <a:xfrm>
            <a:off x="4923250" y="1370000"/>
            <a:ext cx="37665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1" name="Google Shape;371;g3f66373b4a9_0_783"/>
          <p:cNvSpPr/>
          <p:nvPr>
            <p:ph idx="2" type="pic"/>
          </p:nvPr>
        </p:nvSpPr>
        <p:spPr>
          <a:xfrm>
            <a:off x="625675" y="1283925"/>
            <a:ext cx="4064100" cy="3261600"/>
          </a:xfrm>
          <a:prstGeom prst="roundRect">
            <a:avLst>
              <a:gd fmla="val 6744" name="adj"/>
            </a:avLst>
          </a:prstGeom>
          <a:noFill/>
          <a:ln>
            <a:noFill/>
          </a:ln>
        </p:spPr>
      </p:sp>
      <p:sp>
        <p:nvSpPr>
          <p:cNvPr id="372" name="Google Shape;372;g3f66373b4a9_0_783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373" name="Google Shape;373;g3f66373b4a9_0_78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g3f66373b4a9_0_783"/>
          <p:cNvSpPr txBox="1"/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1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5" name="Google Shape;375;g3f66373b4a9_0_783"/>
          <p:cNvSpPr txBox="1"/>
          <p:nvPr>
            <p:ph idx="3" type="body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lus Jakarta Sans SemiBold"/>
              <a:buNone/>
              <a:defRPr i="0" sz="1100">
                <a:solidFill>
                  <a:schemeClr val="accent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| White 1">
  <p:cSld name="6_Title Only_2_3_1_1"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f66373b4a9_0_790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378" name="Google Shape;378;g3f66373b4a9_0_79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g3f66373b4a9_0_790"/>
          <p:cNvSpPr txBox="1"/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1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0" name="Google Shape;380;g3f66373b4a9_0_790"/>
          <p:cNvSpPr txBox="1"/>
          <p:nvPr>
            <p:ph idx="1" type="body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lus Jakarta Sans SemiBold"/>
              <a:buNone/>
              <a:defRPr i="0" sz="1100">
                <a:solidFill>
                  <a:schemeClr val="accent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range Nodes Top Right 1 1">
  <p:cSld name="39_Title and Content_1_1">
    <p:bg>
      <p:bgPr>
        <a:solidFill>
          <a:schemeClr val="lt1"/>
        </a:solidFill>
      </p:bgPr>
    </p:bg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f66373b4a9_0_795"/>
          <p:cNvSpPr txBox="1"/>
          <p:nvPr>
            <p:ph idx="1" type="body"/>
          </p:nvPr>
        </p:nvSpPr>
        <p:spPr>
          <a:xfrm>
            <a:off x="533400" y="1370025"/>
            <a:ext cx="7074600" cy="3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None/>
              <a:defRPr/>
            </a:lvl1pPr>
            <a:lvl2pPr indent="-228600" lvl="1" marL="914400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Plus Jakarta Sans"/>
              <a:buNone/>
              <a:defRPr/>
            </a:lvl2pPr>
            <a:lvl3pPr indent="-3048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>
                <a:solidFill>
                  <a:srgbClr val="000000"/>
                </a:solidFill>
              </a:defRPr>
            </a:lvl3pPr>
            <a:lvl4pPr indent="-2921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Char char="–"/>
              <a:defRPr>
                <a:solidFill>
                  <a:srgbClr val="000000"/>
                </a:solidFill>
              </a:defRPr>
            </a:lvl4pPr>
            <a:lvl5pPr indent="-2921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Char char="»"/>
              <a:defRPr>
                <a:solidFill>
                  <a:srgbClr val="000000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83" name="Google Shape;383;g3f66373b4a9_0_795"/>
          <p:cNvSpPr txBox="1"/>
          <p:nvPr>
            <p:ph idx="11" type="ftr"/>
          </p:nvPr>
        </p:nvSpPr>
        <p:spPr>
          <a:xfrm>
            <a:off x="106675" y="4795501"/>
            <a:ext cx="60390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4" name="Google Shape;384;g3f66373b4a9_0_795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385" name="Google Shape;385;g3f66373b4a9_0_79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g3f66373b4a9_0_795"/>
          <p:cNvSpPr txBox="1"/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1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7" name="Google Shape;387;g3f66373b4a9_0_795"/>
          <p:cNvSpPr txBox="1"/>
          <p:nvPr>
            <p:ph idx="2" type="body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lus Jakarta Sans SemiBold"/>
              <a:buNone/>
              <a:defRPr i="0" sz="1100">
                <a:solidFill>
                  <a:schemeClr val="accent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388" name="Google Shape;388;g3f66373b4a9_0_7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5075" y="0"/>
            <a:ext cx="1532425" cy="3244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ody | White 1">
  <p:cSld name="6_Title Only_3_1_6"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f664926ee6_0_722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391" name="Google Shape;391;g3f664926ee6_0_7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g3f664926ee6_0_722"/>
          <p:cNvSpPr txBox="1"/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1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3" name="Google Shape;393;g3f664926ee6_0_722"/>
          <p:cNvSpPr txBox="1"/>
          <p:nvPr>
            <p:ph idx="1" type="body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lus Jakarta Sans SemiBold"/>
              <a:buNone/>
              <a:defRPr i="0" sz="1100">
                <a:solidFill>
                  <a:schemeClr val="accent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4" name="Google Shape;394;g3f664926ee6_0_722"/>
          <p:cNvSpPr txBox="1"/>
          <p:nvPr>
            <p:ph idx="2" type="body"/>
          </p:nvPr>
        </p:nvSpPr>
        <p:spPr>
          <a:xfrm>
            <a:off x="533400" y="1370000"/>
            <a:ext cx="4138200" cy="30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160"/>
              <a:buNone/>
              <a:defRPr/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2160"/>
              <a:buChar char="•"/>
              <a:defRPr>
                <a:solidFill>
                  <a:srgbClr val="000000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>
                <a:solidFill>
                  <a:srgbClr val="000000"/>
                </a:solidFill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>
                <a:solidFill>
                  <a:srgbClr val="000000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Slide | Nodes on the Right | Twilight">
  <p:cSld name="4_Custom Layout">
    <p:bg>
      <p:bgPr>
        <a:solidFill>
          <a:schemeClr val="dk1"/>
        </a:solidFill>
      </p:bgPr>
    </p:bg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f66373b4a9_0_1223"/>
          <p:cNvSpPr txBox="1"/>
          <p:nvPr>
            <p:ph idx="1" type="body"/>
          </p:nvPr>
        </p:nvSpPr>
        <p:spPr>
          <a:xfrm>
            <a:off x="457200" y="4491831"/>
            <a:ext cx="35052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Plus Jakarta Sans"/>
              <a:buNone/>
              <a:defRPr b="0" i="0" sz="13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228600" lvl="1" marL="914400" algn="l">
              <a:lnSpc>
                <a:spcPct val="129090"/>
              </a:lnSpc>
              <a:spcBef>
                <a:spcPts val="500"/>
              </a:spcBef>
              <a:spcAft>
                <a:spcPts val="0"/>
              </a:spcAft>
              <a:buSzPts val="1320"/>
              <a:buFont typeface="Plus Jakarta Sans"/>
              <a:buNone/>
              <a:defRPr>
                <a:solidFill>
                  <a:schemeClr val="lt1"/>
                </a:solidFill>
              </a:defRPr>
            </a:lvl2pPr>
            <a:lvl3pPr indent="-304800" lvl="2" marL="1371600" algn="l">
              <a:spcBef>
                <a:spcPts val="2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3pPr>
            <a:lvl4pPr indent="-279400" lvl="3" marL="1828800" algn="l">
              <a:spcBef>
                <a:spcPts val="160"/>
              </a:spcBef>
              <a:spcAft>
                <a:spcPts val="0"/>
              </a:spcAft>
              <a:buClr>
                <a:schemeClr val="lt1"/>
              </a:buClr>
              <a:buSzPts val="800"/>
              <a:buChar char="–"/>
              <a:defRPr>
                <a:solidFill>
                  <a:schemeClr val="lt1"/>
                </a:solidFill>
              </a:defRPr>
            </a:lvl4pPr>
            <a:lvl5pPr indent="-279400" lvl="4" marL="2286000" algn="l">
              <a:spcBef>
                <a:spcPts val="160"/>
              </a:spcBef>
              <a:spcAft>
                <a:spcPts val="0"/>
              </a:spcAft>
              <a:buClr>
                <a:schemeClr val="lt1"/>
              </a:buClr>
              <a:buSzPts val="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402" name="Google Shape;402;g3f66373b4a9_0_12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57200" y="686457"/>
            <a:ext cx="2321469" cy="285093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g3f66373b4a9_0_1223"/>
          <p:cNvPicPr preferRelativeResize="0"/>
          <p:nvPr/>
        </p:nvPicPr>
        <p:blipFill rotWithShape="1">
          <a:blip r:embed="rId3">
            <a:alphaModFix/>
          </a:blip>
          <a:srcRect b="1168" l="36260" r="-4651" t="3129"/>
          <a:stretch/>
        </p:blipFill>
        <p:spPr>
          <a:xfrm rot="5400000">
            <a:off x="6285751" y="-113456"/>
            <a:ext cx="2744888" cy="2971799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g3f66373b4a9_0_1223"/>
          <p:cNvSpPr txBox="1"/>
          <p:nvPr>
            <p:ph type="title"/>
          </p:nvPr>
        </p:nvSpPr>
        <p:spPr>
          <a:xfrm>
            <a:off x="457200" y="1908100"/>
            <a:ext cx="58626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3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5" name="Google Shape;405;g3f66373b4a9_0_1223"/>
          <p:cNvSpPr txBox="1"/>
          <p:nvPr>
            <p:ph idx="2" type="body"/>
          </p:nvPr>
        </p:nvSpPr>
        <p:spPr>
          <a:xfrm>
            <a:off x="457200" y="2604200"/>
            <a:ext cx="58626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 SemiBold"/>
              <a:buNone/>
              <a:defRPr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78888"/>
              </a:lnSpc>
              <a:spcBef>
                <a:spcPts val="5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6" name="Google Shape;406;g3f66373b4a9_0_1223"/>
          <p:cNvSpPr/>
          <p:nvPr/>
        </p:nvSpPr>
        <p:spPr>
          <a:xfrm>
            <a:off x="331875" y="4801925"/>
            <a:ext cx="2404800" cy="187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07" name="Google Shape;407;g3f66373b4a9_0_1223"/>
          <p:cNvSpPr/>
          <p:nvPr/>
        </p:nvSpPr>
        <p:spPr>
          <a:xfrm>
            <a:off x="7524900" y="4748600"/>
            <a:ext cx="1239900" cy="210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Slide | Nodes on the Left | White">
  <p:cSld name="4_Custom Layout_2_1">
    <p:bg>
      <p:bgPr>
        <a:solidFill>
          <a:schemeClr val="lt1"/>
        </a:solidFill>
      </p:bgPr>
    </p:bg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f66373b4a9_0_1231"/>
          <p:cNvSpPr/>
          <p:nvPr/>
        </p:nvSpPr>
        <p:spPr>
          <a:xfrm>
            <a:off x="261600" y="4630175"/>
            <a:ext cx="2553000" cy="468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10" name="Google Shape;410;g3f66373b4a9_0_1231"/>
          <p:cNvSpPr txBox="1"/>
          <p:nvPr>
            <p:ph idx="1" type="body"/>
          </p:nvPr>
        </p:nvSpPr>
        <p:spPr>
          <a:xfrm>
            <a:off x="3670625" y="4491831"/>
            <a:ext cx="35052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lus Jakarta Sans"/>
              <a:buNone/>
              <a:defRPr b="0" i="0" sz="13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228600" lvl="1" marL="914400" algn="l">
              <a:lnSpc>
                <a:spcPct val="129090"/>
              </a:lnSpc>
              <a:spcBef>
                <a:spcPts val="500"/>
              </a:spcBef>
              <a:spcAft>
                <a:spcPts val="0"/>
              </a:spcAft>
              <a:buClr>
                <a:srgbClr val="1F2A32"/>
              </a:buClr>
              <a:buSzPts val="1320"/>
              <a:buFont typeface="Plus Jakarta Sans"/>
              <a:buNone/>
              <a:defRPr>
                <a:solidFill>
                  <a:srgbClr val="1F2A32"/>
                </a:solidFill>
              </a:defRPr>
            </a:lvl2pPr>
            <a:lvl3pPr indent="-304800" lvl="2" marL="1371600" algn="l">
              <a:spcBef>
                <a:spcPts val="200"/>
              </a:spcBef>
              <a:spcAft>
                <a:spcPts val="0"/>
              </a:spcAft>
              <a:buClr>
                <a:srgbClr val="4E5661"/>
              </a:buClr>
              <a:buSzPts val="1200"/>
              <a:buChar char="•"/>
              <a:defRPr>
                <a:solidFill>
                  <a:srgbClr val="4E5661"/>
                </a:solidFill>
              </a:defRPr>
            </a:lvl3pPr>
            <a:lvl4pPr indent="-279400" lvl="3" marL="1828800" algn="l">
              <a:spcBef>
                <a:spcPts val="160"/>
              </a:spcBef>
              <a:spcAft>
                <a:spcPts val="0"/>
              </a:spcAft>
              <a:buClr>
                <a:srgbClr val="4E5661"/>
              </a:buClr>
              <a:buSzPts val="800"/>
              <a:buChar char="–"/>
              <a:defRPr>
                <a:solidFill>
                  <a:srgbClr val="4E5661"/>
                </a:solidFill>
              </a:defRPr>
            </a:lvl4pPr>
            <a:lvl5pPr indent="-279400" lvl="4" marL="2286000" algn="l">
              <a:spcBef>
                <a:spcPts val="160"/>
              </a:spcBef>
              <a:spcAft>
                <a:spcPts val="0"/>
              </a:spcAft>
              <a:buClr>
                <a:srgbClr val="4E5661"/>
              </a:buClr>
              <a:buSzPts val="800"/>
              <a:buChar char="»"/>
              <a:defRPr>
                <a:solidFill>
                  <a:srgbClr val="4E566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11" name="Google Shape;411;g3f66373b4a9_0_1231"/>
          <p:cNvSpPr/>
          <p:nvPr/>
        </p:nvSpPr>
        <p:spPr>
          <a:xfrm>
            <a:off x="529300" y="991125"/>
            <a:ext cx="1306200" cy="407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412" name="Google Shape;412;g3f66373b4a9_0_12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70625" y="1363032"/>
            <a:ext cx="2321469" cy="285093"/>
          </a:xfrm>
          <a:prstGeom prst="rect">
            <a:avLst/>
          </a:prstGeom>
          <a:noFill/>
          <a:ln>
            <a:noFill/>
          </a:ln>
        </p:spPr>
      </p:pic>
      <p:pic>
        <p:nvPicPr>
          <p:cNvPr id="413" name="Google Shape;413;g3f66373b4a9_0_1231"/>
          <p:cNvPicPr preferRelativeResize="0"/>
          <p:nvPr/>
        </p:nvPicPr>
        <p:blipFill rotWithShape="1">
          <a:blip r:embed="rId3">
            <a:alphaModFix/>
          </a:blip>
          <a:srcRect b="9229" l="50" r="28735" t="23653"/>
          <a:stretch/>
        </p:blipFill>
        <p:spPr>
          <a:xfrm rot="10800000">
            <a:off x="4976" y="-4300"/>
            <a:ext cx="3101374" cy="5148975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g3f66373b4a9_0_1231"/>
          <p:cNvSpPr txBox="1"/>
          <p:nvPr>
            <p:ph type="title"/>
          </p:nvPr>
        </p:nvSpPr>
        <p:spPr>
          <a:xfrm>
            <a:off x="3670625" y="2160475"/>
            <a:ext cx="58626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3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15" name="Google Shape;415;g3f66373b4a9_0_1231"/>
          <p:cNvSpPr txBox="1"/>
          <p:nvPr>
            <p:ph idx="2" type="body"/>
          </p:nvPr>
        </p:nvSpPr>
        <p:spPr>
          <a:xfrm>
            <a:off x="3670625" y="2856575"/>
            <a:ext cx="58626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Plus Jakarta Sans SemiBold"/>
              <a:buNone/>
              <a:defRPr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78888"/>
              </a:lnSpc>
              <a:spcBef>
                <a:spcPts val="5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6" name="Google Shape;416;g3f66373b4a9_0_1231"/>
          <p:cNvSpPr/>
          <p:nvPr/>
        </p:nvSpPr>
        <p:spPr>
          <a:xfrm>
            <a:off x="7524900" y="4748600"/>
            <a:ext cx="1239900" cy="210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Slide | Nodes on the Left | Twilight">
  <p:cSld name="4_Custom Layout_2_1_1">
    <p:bg>
      <p:bgPr>
        <a:solidFill>
          <a:schemeClr val="dk1"/>
        </a:solidFill>
      </p:bgPr>
    </p:bg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f66373b4a9_0_1240"/>
          <p:cNvSpPr/>
          <p:nvPr/>
        </p:nvSpPr>
        <p:spPr>
          <a:xfrm>
            <a:off x="261600" y="4630175"/>
            <a:ext cx="2553000" cy="46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19" name="Google Shape;419;g3f66373b4a9_0_1240"/>
          <p:cNvSpPr txBox="1"/>
          <p:nvPr>
            <p:ph idx="1" type="body"/>
          </p:nvPr>
        </p:nvSpPr>
        <p:spPr>
          <a:xfrm>
            <a:off x="3670625" y="4491831"/>
            <a:ext cx="35052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Plus Jakarta Sans"/>
              <a:buNone/>
              <a:defRPr b="0" i="0" sz="13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228600" lvl="1" marL="914400" algn="l">
              <a:lnSpc>
                <a:spcPct val="129090"/>
              </a:lnSpc>
              <a:spcBef>
                <a:spcPts val="500"/>
              </a:spcBef>
              <a:spcAft>
                <a:spcPts val="0"/>
              </a:spcAft>
              <a:buSzPts val="1320"/>
              <a:buFont typeface="Plus Jakarta Sans"/>
              <a:buNone/>
              <a:defRPr>
                <a:solidFill>
                  <a:schemeClr val="lt1"/>
                </a:solidFill>
              </a:defRPr>
            </a:lvl2pPr>
            <a:lvl3pPr indent="-304800" lvl="2" marL="1371600" algn="l">
              <a:spcBef>
                <a:spcPts val="2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3pPr>
            <a:lvl4pPr indent="-279400" lvl="3" marL="1828800" algn="l">
              <a:spcBef>
                <a:spcPts val="160"/>
              </a:spcBef>
              <a:spcAft>
                <a:spcPts val="0"/>
              </a:spcAft>
              <a:buClr>
                <a:schemeClr val="lt1"/>
              </a:buClr>
              <a:buSzPts val="800"/>
              <a:buChar char="–"/>
              <a:defRPr>
                <a:solidFill>
                  <a:schemeClr val="lt1"/>
                </a:solidFill>
              </a:defRPr>
            </a:lvl4pPr>
            <a:lvl5pPr indent="-279400" lvl="4" marL="2286000" algn="l">
              <a:spcBef>
                <a:spcPts val="160"/>
              </a:spcBef>
              <a:spcAft>
                <a:spcPts val="0"/>
              </a:spcAft>
              <a:buClr>
                <a:schemeClr val="lt1"/>
              </a:buClr>
              <a:buSzPts val="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0" name="Google Shape;420;g3f66373b4a9_0_1240"/>
          <p:cNvSpPr/>
          <p:nvPr/>
        </p:nvSpPr>
        <p:spPr>
          <a:xfrm>
            <a:off x="529300" y="1027300"/>
            <a:ext cx="1306200" cy="4041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421" name="Google Shape;421;g3f66373b4a9_0_12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70625" y="1363032"/>
            <a:ext cx="2321469" cy="285093"/>
          </a:xfrm>
          <a:prstGeom prst="rect">
            <a:avLst/>
          </a:prstGeom>
          <a:noFill/>
          <a:ln>
            <a:noFill/>
          </a:ln>
        </p:spPr>
      </p:pic>
      <p:pic>
        <p:nvPicPr>
          <p:cNvPr id="422" name="Google Shape;422;g3f66373b4a9_0_1240"/>
          <p:cNvPicPr preferRelativeResize="0"/>
          <p:nvPr/>
        </p:nvPicPr>
        <p:blipFill rotWithShape="1">
          <a:blip r:embed="rId3">
            <a:alphaModFix/>
          </a:blip>
          <a:srcRect b="9176" l="-43" r="28736" t="23552"/>
          <a:stretch/>
        </p:blipFill>
        <p:spPr>
          <a:xfrm rot="10800000">
            <a:off x="4301" y="-4301"/>
            <a:ext cx="3102049" cy="5155101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g3f66373b4a9_0_1240"/>
          <p:cNvSpPr txBox="1"/>
          <p:nvPr>
            <p:ph type="title"/>
          </p:nvPr>
        </p:nvSpPr>
        <p:spPr>
          <a:xfrm>
            <a:off x="3670625" y="2160475"/>
            <a:ext cx="58626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3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4" name="Google Shape;424;g3f66373b4a9_0_1240"/>
          <p:cNvSpPr txBox="1"/>
          <p:nvPr>
            <p:ph idx="2" type="body"/>
          </p:nvPr>
        </p:nvSpPr>
        <p:spPr>
          <a:xfrm>
            <a:off x="3670625" y="2856575"/>
            <a:ext cx="58626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 SemiBold"/>
              <a:buNone/>
              <a:defRPr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78888"/>
              </a:lnSpc>
              <a:spcBef>
                <a:spcPts val="5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5" name="Google Shape;425;g3f66373b4a9_0_1240"/>
          <p:cNvSpPr/>
          <p:nvPr/>
        </p:nvSpPr>
        <p:spPr>
          <a:xfrm>
            <a:off x="7524900" y="4748600"/>
            <a:ext cx="1239900" cy="210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| Nodes at the Bottom | Orange">
  <p:cSld name="4_Custom Layout_1_1">
    <p:bg>
      <p:bgPr>
        <a:solidFill>
          <a:schemeClr val="accent1"/>
        </a:solidFill>
      </p:bgPr>
    </p:bg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f66373b4a9_0_1249"/>
          <p:cNvSpPr/>
          <p:nvPr/>
        </p:nvSpPr>
        <p:spPr>
          <a:xfrm>
            <a:off x="261600" y="4630175"/>
            <a:ext cx="2553000" cy="46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428" name="Google Shape;428;g3f66373b4a9_0_1249"/>
          <p:cNvPicPr preferRelativeResize="0"/>
          <p:nvPr/>
        </p:nvPicPr>
        <p:blipFill rotWithShape="1">
          <a:blip r:embed="rId2">
            <a:alphaModFix/>
          </a:blip>
          <a:srcRect b="3387" l="16421" r="40904" t="662"/>
          <a:stretch/>
        </p:blipFill>
        <p:spPr>
          <a:xfrm rot="5400000">
            <a:off x="2756549" y="-1247399"/>
            <a:ext cx="3630903" cy="9150900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g3f66373b4a9_0_1249"/>
          <p:cNvSpPr/>
          <p:nvPr/>
        </p:nvSpPr>
        <p:spPr>
          <a:xfrm>
            <a:off x="150" y="1473425"/>
            <a:ext cx="9144000" cy="3630900"/>
          </a:xfrm>
          <a:prstGeom prst="rect">
            <a:avLst/>
          </a:prstGeom>
          <a:gradFill>
            <a:gsLst>
              <a:gs pos="0">
                <a:schemeClr val="accent1"/>
              </a:gs>
              <a:gs pos="25000">
                <a:schemeClr val="accent1"/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30" name="Google Shape;430;g3f66373b4a9_0_1249"/>
          <p:cNvSpPr txBox="1"/>
          <p:nvPr>
            <p:ph type="title"/>
          </p:nvPr>
        </p:nvSpPr>
        <p:spPr>
          <a:xfrm>
            <a:off x="457200" y="1938688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us Jakarta Sans"/>
              <a:buNone/>
              <a:defRPr sz="23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1" name="Google Shape;431;g3f66373b4a9_0_1249"/>
          <p:cNvSpPr txBox="1"/>
          <p:nvPr>
            <p:ph idx="1" type="body"/>
          </p:nvPr>
        </p:nvSpPr>
        <p:spPr>
          <a:xfrm>
            <a:off x="457200" y="2634807"/>
            <a:ext cx="75438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800"/>
              <a:buFont typeface="Plus Jakarta Sans SemiBold"/>
              <a:buNone/>
              <a:defRPr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78888"/>
              </a:lnSpc>
              <a:spcBef>
                <a:spcPts val="5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432" name="Google Shape;432;g3f66373b4a9_0_12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686457"/>
            <a:ext cx="2321469" cy="285093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g3f66373b4a9_0_12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686452"/>
            <a:ext cx="2321475" cy="285098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g3f66373b4a9_0_1249"/>
          <p:cNvSpPr txBox="1"/>
          <p:nvPr/>
        </p:nvSpPr>
        <p:spPr>
          <a:xfrm>
            <a:off x="380125" y="4737800"/>
            <a:ext cx="46137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©2026 Cloudera, Inc. All Rights Reserved.</a:t>
            </a:r>
            <a:endParaRPr sz="600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Slide | Blue Nodes on the Right">
  <p:cSld name="3_Custom Layout"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f66373b4a9_0_1258"/>
          <p:cNvSpPr txBox="1"/>
          <p:nvPr>
            <p:ph idx="1" type="body"/>
          </p:nvPr>
        </p:nvSpPr>
        <p:spPr>
          <a:xfrm>
            <a:off x="457200" y="4491831"/>
            <a:ext cx="35052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Plus Jakarta Sans"/>
              <a:buNone/>
              <a:defRPr b="0" i="0" sz="1300">
                <a:solidFill>
                  <a:schemeClr val="accent3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228600" lvl="1" marL="914400" algn="l">
              <a:lnSpc>
                <a:spcPct val="78888"/>
              </a:lnSpc>
              <a:spcBef>
                <a:spcPts val="5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437" name="Google Shape;437;g3f66373b4a9_0_125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57200" y="686457"/>
            <a:ext cx="2321469" cy="285093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g3f66373b4a9_0_1258"/>
          <p:cNvSpPr txBox="1"/>
          <p:nvPr>
            <p:ph idx="2" type="body"/>
          </p:nvPr>
        </p:nvSpPr>
        <p:spPr>
          <a:xfrm>
            <a:off x="457200" y="2604207"/>
            <a:ext cx="75438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Plus Jakarta Sans SemiBold"/>
              <a:buNone/>
              <a:defRPr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78888"/>
              </a:lnSpc>
              <a:spcBef>
                <a:spcPts val="5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439" name="Google Shape;439;g3f66373b4a9_0_1258"/>
          <p:cNvPicPr preferRelativeResize="0"/>
          <p:nvPr/>
        </p:nvPicPr>
        <p:blipFill rotWithShape="1">
          <a:blip r:embed="rId3">
            <a:alphaModFix/>
          </a:blip>
          <a:srcRect b="1168" l="36260" r="-4651" t="3129"/>
          <a:stretch/>
        </p:blipFill>
        <p:spPr>
          <a:xfrm rot="5400000">
            <a:off x="6285751" y="-113456"/>
            <a:ext cx="2744888" cy="2971799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g3f66373b4a9_0_1258"/>
          <p:cNvSpPr/>
          <p:nvPr/>
        </p:nvSpPr>
        <p:spPr>
          <a:xfrm>
            <a:off x="347525" y="4749625"/>
            <a:ext cx="1795500" cy="285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41" name="Google Shape;441;g3f66373b4a9_0_1258"/>
          <p:cNvSpPr txBox="1"/>
          <p:nvPr>
            <p:ph type="title"/>
          </p:nvPr>
        </p:nvSpPr>
        <p:spPr>
          <a:xfrm>
            <a:off x="457200" y="1908088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100"/>
              <a:buNone/>
              <a:defRPr sz="23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2" name="Google Shape;442;g3f66373b4a9_0_1258"/>
          <p:cNvSpPr/>
          <p:nvPr/>
        </p:nvSpPr>
        <p:spPr>
          <a:xfrm>
            <a:off x="7492100" y="4709250"/>
            <a:ext cx="1299000" cy="308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Page | White ">
  <p:cSld name="30_Title and Content"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4" name="Google Shape;444;g3f66373b4a9_0_126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34355" y="4452254"/>
            <a:ext cx="1875288" cy="230299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g3f66373b4a9_0_1266"/>
          <p:cNvSpPr/>
          <p:nvPr/>
        </p:nvSpPr>
        <p:spPr>
          <a:xfrm>
            <a:off x="381000" y="209550"/>
            <a:ext cx="381000" cy="609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6" name="Google Shape;446;g3f66373b4a9_0_1266"/>
          <p:cNvPicPr preferRelativeResize="0"/>
          <p:nvPr/>
        </p:nvPicPr>
        <p:blipFill rotWithShape="1">
          <a:blip r:embed="rId3">
            <a:alphaModFix/>
          </a:blip>
          <a:srcRect b="47312" l="110" r="31190" t="17598"/>
          <a:stretch/>
        </p:blipFill>
        <p:spPr>
          <a:xfrm rot="-5400000">
            <a:off x="6830600" y="238375"/>
            <a:ext cx="2567650" cy="2078200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g3f66373b4a9_0_1266"/>
          <p:cNvSpPr/>
          <p:nvPr/>
        </p:nvSpPr>
        <p:spPr>
          <a:xfrm>
            <a:off x="347525" y="4749625"/>
            <a:ext cx="1795500" cy="285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48" name="Google Shape;448;g3f66373b4a9_0_1266"/>
          <p:cNvSpPr txBox="1"/>
          <p:nvPr>
            <p:ph idx="1" type="body"/>
          </p:nvPr>
        </p:nvSpPr>
        <p:spPr>
          <a:xfrm>
            <a:off x="0" y="1533525"/>
            <a:ext cx="91440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Clr>
                <a:srgbClr val="5555FA"/>
              </a:buClr>
              <a:buSzPts val="1400"/>
              <a:buFont typeface="Plus Jakarta Sans SemiBold"/>
              <a:buNone/>
              <a:defRPr i="0">
                <a:solidFill>
                  <a:srgbClr val="5555F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35238"/>
              </a:lnSpc>
              <a:spcBef>
                <a:spcPts val="50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spcBef>
                <a:spcPts val="21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spcBef>
                <a:spcPts val="210"/>
              </a:spcBef>
              <a:spcAft>
                <a:spcPts val="0"/>
              </a:spcAft>
              <a:buClr>
                <a:srgbClr val="4F22FE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spcBef>
                <a:spcPts val="210"/>
              </a:spcBef>
              <a:spcAft>
                <a:spcPts val="0"/>
              </a:spcAft>
              <a:buClr>
                <a:srgbClr val="4F22FE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9" name="Google Shape;449;g3f66373b4a9_0_1266"/>
          <p:cNvSpPr txBox="1"/>
          <p:nvPr>
            <p:ph type="title"/>
          </p:nvPr>
        </p:nvSpPr>
        <p:spPr>
          <a:xfrm>
            <a:off x="0" y="1809750"/>
            <a:ext cx="9144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3300"/>
              <a:buFont typeface="Plus Jakarta Sans"/>
              <a:buNone/>
              <a:defRPr b="0" i="0" sz="2300">
                <a:solidFill>
                  <a:srgbClr val="12004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0" name="Google Shape;450;g3f66373b4a9_0_1266"/>
          <p:cNvSpPr/>
          <p:nvPr/>
        </p:nvSpPr>
        <p:spPr>
          <a:xfrm>
            <a:off x="7492100" y="4709250"/>
            <a:ext cx="1299000" cy="308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Page | Orange">
  <p:cSld name="38_Title and Content">
    <p:bg>
      <p:bgPr>
        <a:solidFill>
          <a:schemeClr val="accent1"/>
        </a:solidFill>
      </p:bgPr>
    </p:bg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2" name="Google Shape;452;g3f66373b4a9_0_1274"/>
          <p:cNvPicPr preferRelativeResize="0"/>
          <p:nvPr/>
        </p:nvPicPr>
        <p:blipFill rotWithShape="1">
          <a:blip r:embed="rId2">
            <a:alphaModFix/>
          </a:blip>
          <a:srcRect b="47335" l="0" r="31295" t="17801"/>
          <a:stretch/>
        </p:blipFill>
        <p:spPr>
          <a:xfrm rot="-5400000">
            <a:off x="6833599" y="250900"/>
            <a:ext cx="2561301" cy="2059499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g3f66373b4a9_0_1274"/>
          <p:cNvSpPr txBox="1"/>
          <p:nvPr>
            <p:ph idx="1" type="body"/>
          </p:nvPr>
        </p:nvSpPr>
        <p:spPr>
          <a:xfrm>
            <a:off x="0" y="1533525"/>
            <a:ext cx="91440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 SemiBold"/>
              <a:buNone/>
              <a:defRPr i="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35238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4" name="Google Shape;454;g3f66373b4a9_0_1274"/>
          <p:cNvSpPr txBox="1"/>
          <p:nvPr>
            <p:ph type="title"/>
          </p:nvPr>
        </p:nvSpPr>
        <p:spPr>
          <a:xfrm>
            <a:off x="0" y="1809750"/>
            <a:ext cx="9144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us Jakarta Sans"/>
              <a:buNone/>
              <a:defRPr b="0" i="0" sz="23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455" name="Google Shape;455;g3f66373b4a9_0_12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34350" y="4452250"/>
            <a:ext cx="1875325" cy="230300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g3f66373b4a9_0_1274"/>
          <p:cNvSpPr/>
          <p:nvPr/>
        </p:nvSpPr>
        <p:spPr>
          <a:xfrm>
            <a:off x="261600" y="4630175"/>
            <a:ext cx="2553000" cy="46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Page | Twilight">
  <p:cSld name="44_Title and Content">
    <p:bg>
      <p:bgPr>
        <a:solidFill>
          <a:schemeClr val="dk1"/>
        </a:solidFill>
      </p:bgPr>
    </p:bg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8" name="Google Shape;458;g3f66373b4a9_0_1280"/>
          <p:cNvPicPr preferRelativeResize="0"/>
          <p:nvPr/>
        </p:nvPicPr>
        <p:blipFill rotWithShape="1">
          <a:blip r:embed="rId2">
            <a:alphaModFix/>
          </a:blip>
          <a:srcRect b="47183" l="0" r="31295" t="17732"/>
          <a:stretch/>
        </p:blipFill>
        <p:spPr>
          <a:xfrm rot="-5400000">
            <a:off x="6827075" y="244375"/>
            <a:ext cx="2561301" cy="2072550"/>
          </a:xfrm>
          <a:prstGeom prst="rect">
            <a:avLst/>
          </a:prstGeom>
          <a:noFill/>
          <a:ln>
            <a:noFill/>
          </a:ln>
        </p:spPr>
      </p:pic>
      <p:sp>
        <p:nvSpPr>
          <p:cNvPr id="459" name="Google Shape;459;g3f66373b4a9_0_1280"/>
          <p:cNvSpPr txBox="1"/>
          <p:nvPr>
            <p:ph idx="1" type="body"/>
          </p:nvPr>
        </p:nvSpPr>
        <p:spPr>
          <a:xfrm>
            <a:off x="0" y="1533525"/>
            <a:ext cx="91440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 SemiBold"/>
              <a:buNone/>
              <a:defRPr i="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35238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0" name="Google Shape;460;g3f66373b4a9_0_1280"/>
          <p:cNvSpPr txBox="1"/>
          <p:nvPr>
            <p:ph type="title"/>
          </p:nvPr>
        </p:nvSpPr>
        <p:spPr>
          <a:xfrm>
            <a:off x="0" y="1809750"/>
            <a:ext cx="9144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us Jakarta Sans"/>
              <a:buNone/>
              <a:defRPr b="0" i="0" sz="23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461" name="Google Shape;461;g3f66373b4a9_0_12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34355" y="4452254"/>
            <a:ext cx="1875288" cy="230299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g3f66373b4a9_0_1280"/>
          <p:cNvSpPr/>
          <p:nvPr/>
        </p:nvSpPr>
        <p:spPr>
          <a:xfrm>
            <a:off x="448975" y="4762900"/>
            <a:ext cx="2303100" cy="195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63" name="Google Shape;463;g3f66373b4a9_0_1280"/>
          <p:cNvSpPr/>
          <p:nvPr/>
        </p:nvSpPr>
        <p:spPr>
          <a:xfrm>
            <a:off x="7492100" y="4709250"/>
            <a:ext cx="1299000" cy="30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IMARY_Title &amp; Body | White">
  <p:cSld name="6_Title Only_3_1"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f66373b4a9_0_1287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g3f66373b4a9_0_1287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7" name="Google Shape;467;g3f66373b4a9_0_1287"/>
          <p:cNvSpPr txBox="1"/>
          <p:nvPr>
            <p:ph idx="1" type="body"/>
          </p:nvPr>
        </p:nvSpPr>
        <p:spPr>
          <a:xfrm>
            <a:off x="457200" y="1375775"/>
            <a:ext cx="4138200" cy="30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160"/>
              <a:buNone/>
              <a:defRPr/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2160"/>
              <a:buChar char="•"/>
              <a:defRPr>
                <a:solidFill>
                  <a:srgbClr val="000000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>
                <a:solidFill>
                  <a:srgbClr val="000000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>
                <a:solidFill>
                  <a:srgbClr val="000000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468" name="Google Shape;468;g3f66373b4a9_0_1287"/>
          <p:cNvSpPr txBox="1"/>
          <p:nvPr>
            <p:ph idx="2" type="subTitle"/>
          </p:nvPr>
        </p:nvSpPr>
        <p:spPr>
          <a:xfrm>
            <a:off x="457200" y="631950"/>
            <a:ext cx="2598000" cy="3804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 SemiBold"/>
              <a:buNone/>
              <a:defRPr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2pPr>
            <a:lvl3pPr lvl="2"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  <p:extLst>
    <p:ext uri="{DCECCB84-F9BA-43D5-87BE-67443E8EF086}">
      <p15:sldGuideLst>
        <p15:guide id="1" orient="horz" pos="954">
          <p15:clr>
            <a:srgbClr val="E46962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IMARY_Title &amp; Sub | White 1">
  <p:cSld name="6_Title Only_3_1_4"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f66373b4a9_0_1292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g3f66373b4a9_0_1292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2" name="Google Shape;472;g3f66373b4a9_0_1292"/>
          <p:cNvSpPr txBox="1"/>
          <p:nvPr>
            <p:ph idx="1" type="subTitle"/>
          </p:nvPr>
        </p:nvSpPr>
        <p:spPr>
          <a:xfrm>
            <a:off x="457200" y="631950"/>
            <a:ext cx="2598000" cy="3804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 SemiBold"/>
              <a:buNone/>
              <a:defRPr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2pPr>
            <a:lvl3pPr lvl="2"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ody | Twilight">
  <p:cSld name="6_Title Only_3_1_2">
    <p:bg>
      <p:bgPr>
        <a:solidFill>
          <a:schemeClr val="dk1"/>
        </a:solidFill>
      </p:bgPr>
    </p:bg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3f66373b4a9_0_1296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g3f66373b4a9_0_1296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6" name="Google Shape;476;g3f66373b4a9_0_1296"/>
          <p:cNvSpPr txBox="1"/>
          <p:nvPr>
            <p:ph idx="1" type="body"/>
          </p:nvPr>
        </p:nvSpPr>
        <p:spPr>
          <a:xfrm>
            <a:off x="457200" y="1369992"/>
            <a:ext cx="4200900" cy="30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7" name="Google Shape;477;g3f66373b4a9_0_1296"/>
          <p:cNvSpPr txBox="1"/>
          <p:nvPr>
            <p:ph idx="2" type="subTitle"/>
          </p:nvPr>
        </p:nvSpPr>
        <p:spPr>
          <a:xfrm>
            <a:off x="457200" y="631950"/>
            <a:ext cx="2598000" cy="3804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sz="11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4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Column Text">
  <p:cSld name="6_Title Only_3_1_1"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f66373b4a9_0_1301"/>
          <p:cNvSpPr txBox="1"/>
          <p:nvPr>
            <p:ph idx="1" type="body"/>
          </p:nvPr>
        </p:nvSpPr>
        <p:spPr>
          <a:xfrm>
            <a:off x="457200" y="1370000"/>
            <a:ext cx="3836400" cy="30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160"/>
              <a:buNone/>
              <a:defRPr/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2160"/>
              <a:buChar char="•"/>
              <a:defRPr>
                <a:solidFill>
                  <a:srgbClr val="000000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>
                <a:solidFill>
                  <a:srgbClr val="000000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>
                <a:solidFill>
                  <a:srgbClr val="000000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480" name="Google Shape;480;g3f66373b4a9_0_1301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g3f66373b4a9_0_1301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2" name="Google Shape;482;g3f66373b4a9_0_1301"/>
          <p:cNvSpPr txBox="1"/>
          <p:nvPr>
            <p:ph idx="2" type="body"/>
          </p:nvPr>
        </p:nvSpPr>
        <p:spPr>
          <a:xfrm>
            <a:off x="4755900" y="1370000"/>
            <a:ext cx="3760200" cy="30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rtl="0" algn="l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indent="-228600" lvl="1" marL="914400" rtl="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160"/>
              <a:buNone/>
              <a:defRPr/>
            </a:lvl2pPr>
            <a:lvl3pPr indent="-365760" lvl="2" marL="1371600" rtl="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2160"/>
              <a:buChar char="•"/>
              <a:defRPr>
                <a:solidFill>
                  <a:srgbClr val="000000"/>
                </a:solidFill>
              </a:defRPr>
            </a:lvl3pPr>
            <a:lvl4pPr indent="-342900" lvl="3" marL="1828800" rtl="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>
                <a:solidFill>
                  <a:srgbClr val="000000"/>
                </a:solidFill>
              </a:defRPr>
            </a:lvl4pPr>
            <a:lvl5pPr indent="-342900" lvl="4" marL="2286000" rtl="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>
                <a:solidFill>
                  <a:srgbClr val="000000"/>
                </a:solidFill>
              </a:defRPr>
            </a:lvl5pPr>
            <a:lvl6pPr indent="-342900" lvl="5" marL="2743200" rtl="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6pPr>
            <a:lvl7pPr indent="-342900" lvl="6" marL="3200400" rtl="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7pPr>
            <a:lvl8pPr indent="-342900" lvl="7" marL="3657600" rtl="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8pPr>
            <a:lvl9pPr indent="-342900" lvl="8" marL="4114800" rtl="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483" name="Google Shape;483;g3f66373b4a9_0_1301"/>
          <p:cNvSpPr txBox="1"/>
          <p:nvPr>
            <p:ph idx="3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 SemiBold"/>
              <a:buNone/>
              <a:defRPr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2pPr>
            <a:lvl3pPr lvl="2"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Column Text | Twilight">
  <p:cSld name="6_Title Only_3_1_1_1">
    <p:bg>
      <p:bgPr>
        <a:solidFill>
          <a:schemeClr val="dk1"/>
        </a:solidFill>
      </p:bgPr>
    </p:bg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f66373b4a9_0_1307"/>
          <p:cNvSpPr txBox="1"/>
          <p:nvPr>
            <p:ph idx="1" type="body"/>
          </p:nvPr>
        </p:nvSpPr>
        <p:spPr>
          <a:xfrm>
            <a:off x="457200" y="1267650"/>
            <a:ext cx="3836400" cy="30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6" name="Google Shape;486;g3f66373b4a9_0_1307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g3f66373b4a9_0_1307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8" name="Google Shape;488;g3f66373b4a9_0_1307"/>
          <p:cNvSpPr txBox="1"/>
          <p:nvPr>
            <p:ph idx="2" type="body"/>
          </p:nvPr>
        </p:nvSpPr>
        <p:spPr>
          <a:xfrm>
            <a:off x="4755900" y="1370000"/>
            <a:ext cx="3760200" cy="30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9" name="Google Shape;489;g3f66373b4a9_0_1307"/>
          <p:cNvSpPr txBox="1"/>
          <p:nvPr>
            <p:ph idx="3" type="subTitle"/>
          </p:nvPr>
        </p:nvSpPr>
        <p:spPr>
          <a:xfrm>
            <a:off x="457200" y="631950"/>
            <a:ext cx="4247700" cy="3804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sz="11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4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ey Nodes Top Right">
  <p:cSld name="6_Title Only_2"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f66373b4a9_0_1313"/>
          <p:cNvSpPr txBox="1"/>
          <p:nvPr>
            <p:ph idx="1" type="body"/>
          </p:nvPr>
        </p:nvSpPr>
        <p:spPr>
          <a:xfrm>
            <a:off x="457200" y="1267650"/>
            <a:ext cx="8077200" cy="4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2" name="Google Shape;492;g3f66373b4a9_0_1313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g3f66373b4a9_0_1313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94" name="Google Shape;494;g3f66373b4a9_0_13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25075" y="0"/>
            <a:ext cx="1532425" cy="3244899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g3f66373b4a9_0_1313"/>
          <p:cNvSpPr txBox="1"/>
          <p:nvPr>
            <p:ph idx="2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 SemiBold"/>
              <a:buNone/>
              <a:defRPr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2pPr>
            <a:lvl3pPr lvl="2"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o Headline | body">
  <p:cSld name="6_Title Only_2_4"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3f66373b4a9_0_1319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98" name="Google Shape;498;g3f66373b4a9_0_13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25075" y="0"/>
            <a:ext cx="1532425" cy="3244899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g3f66373b4a9_0_1319"/>
          <p:cNvSpPr txBox="1"/>
          <p:nvPr>
            <p:ph idx="1" type="body"/>
          </p:nvPr>
        </p:nvSpPr>
        <p:spPr>
          <a:xfrm>
            <a:off x="3232350" y="1139450"/>
            <a:ext cx="2513400" cy="36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0" name="Google Shape;500;g3f66373b4a9_0_1319"/>
          <p:cNvSpPr txBox="1"/>
          <p:nvPr>
            <p:ph idx="2" type="body"/>
          </p:nvPr>
        </p:nvSpPr>
        <p:spPr>
          <a:xfrm>
            <a:off x="5745750" y="1139450"/>
            <a:ext cx="2513400" cy="36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1" name="Google Shape;501;g3f66373b4a9_0_1319"/>
          <p:cNvSpPr txBox="1"/>
          <p:nvPr>
            <p:ph type="title"/>
          </p:nvPr>
        </p:nvSpPr>
        <p:spPr>
          <a:xfrm>
            <a:off x="457200" y="1566925"/>
            <a:ext cx="2453400" cy="762000"/>
          </a:xfrm>
          <a:prstGeom prst="rect">
            <a:avLst/>
          </a:prstGeom>
        </p:spPr>
        <p:txBody>
          <a:bodyPr anchorCtr="0" anchor="t" bIns="4570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o Headline | Image">
  <p:cSld name="6_Title Only_2_4_2"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f66373b4a9_0_1325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g3f66373b4a9_0_1325"/>
          <p:cNvSpPr txBox="1"/>
          <p:nvPr>
            <p:ph type="title"/>
          </p:nvPr>
        </p:nvSpPr>
        <p:spPr>
          <a:xfrm>
            <a:off x="457200" y="1566925"/>
            <a:ext cx="2453400" cy="762000"/>
          </a:xfrm>
          <a:prstGeom prst="rect">
            <a:avLst/>
          </a:prstGeom>
        </p:spPr>
        <p:txBody>
          <a:bodyPr anchorCtr="0" anchor="t" bIns="4570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5" name="Google Shape;505;g3f66373b4a9_0_1325"/>
          <p:cNvSpPr/>
          <p:nvPr>
            <p:ph idx="2" type="pic"/>
          </p:nvPr>
        </p:nvSpPr>
        <p:spPr>
          <a:xfrm>
            <a:off x="3486875" y="487250"/>
            <a:ext cx="4138200" cy="4053300"/>
          </a:xfrm>
          <a:prstGeom prst="roundRect">
            <a:avLst>
              <a:gd fmla="val 5883" name="adj"/>
            </a:avLst>
          </a:prstGeom>
          <a:noFill/>
          <a:ln>
            <a:noFill/>
          </a:ln>
        </p:spPr>
      </p:sp>
    </p:spTree>
  </p:cSld>
  <p:clrMapOvr>
    <a:masterClrMapping/>
  </p:clrMapOvr>
  <p:transition spd="slow">
    <p:push/>
  </p:transition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o Headline | images">
  <p:cSld name="6_Title Only_2_4_1"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f66373b4a9_0_1329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8" name="Google Shape;508;g3f66373b4a9_0_13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25075" y="0"/>
            <a:ext cx="1532425" cy="3244899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g3f66373b4a9_0_1329"/>
          <p:cNvSpPr/>
          <p:nvPr>
            <p:ph idx="2" type="pic"/>
          </p:nvPr>
        </p:nvSpPr>
        <p:spPr>
          <a:xfrm>
            <a:off x="5630325" y="497825"/>
            <a:ext cx="1884000" cy="1884000"/>
          </a:xfrm>
          <a:prstGeom prst="roundRect">
            <a:avLst>
              <a:gd fmla="val 8989" name="adj"/>
            </a:avLst>
          </a:prstGeom>
          <a:noFill/>
          <a:ln>
            <a:noFill/>
          </a:ln>
        </p:spPr>
      </p:sp>
      <p:sp>
        <p:nvSpPr>
          <p:cNvPr id="510" name="Google Shape;510;g3f66373b4a9_0_1329"/>
          <p:cNvSpPr/>
          <p:nvPr>
            <p:ph idx="3" type="pic"/>
          </p:nvPr>
        </p:nvSpPr>
        <p:spPr>
          <a:xfrm>
            <a:off x="3471325" y="497825"/>
            <a:ext cx="1884000" cy="1884000"/>
          </a:xfrm>
          <a:prstGeom prst="roundRect">
            <a:avLst>
              <a:gd fmla="val 8989" name="adj"/>
            </a:avLst>
          </a:prstGeom>
          <a:noFill/>
          <a:ln>
            <a:noFill/>
          </a:ln>
        </p:spPr>
      </p:sp>
      <p:sp>
        <p:nvSpPr>
          <p:cNvPr id="511" name="Google Shape;511;g3f66373b4a9_0_1329"/>
          <p:cNvSpPr/>
          <p:nvPr>
            <p:ph idx="4" type="pic"/>
          </p:nvPr>
        </p:nvSpPr>
        <p:spPr>
          <a:xfrm>
            <a:off x="5630325" y="2603900"/>
            <a:ext cx="1884000" cy="1884000"/>
          </a:xfrm>
          <a:prstGeom prst="roundRect">
            <a:avLst>
              <a:gd fmla="val 8989" name="adj"/>
            </a:avLst>
          </a:prstGeom>
          <a:noFill/>
          <a:ln>
            <a:noFill/>
          </a:ln>
        </p:spPr>
      </p:sp>
      <p:sp>
        <p:nvSpPr>
          <p:cNvPr id="512" name="Google Shape;512;g3f66373b4a9_0_1329"/>
          <p:cNvSpPr/>
          <p:nvPr>
            <p:ph idx="5" type="pic"/>
          </p:nvPr>
        </p:nvSpPr>
        <p:spPr>
          <a:xfrm>
            <a:off x="3471325" y="2603900"/>
            <a:ext cx="1884000" cy="1884000"/>
          </a:xfrm>
          <a:prstGeom prst="roundRect">
            <a:avLst>
              <a:gd fmla="val 8989" name="adj"/>
            </a:avLst>
          </a:prstGeom>
          <a:noFill/>
          <a:ln>
            <a:noFill/>
          </a:ln>
        </p:spPr>
      </p:sp>
      <p:sp>
        <p:nvSpPr>
          <p:cNvPr id="513" name="Google Shape;513;g3f66373b4a9_0_1329"/>
          <p:cNvSpPr txBox="1"/>
          <p:nvPr>
            <p:ph type="title"/>
          </p:nvPr>
        </p:nvSpPr>
        <p:spPr>
          <a:xfrm>
            <a:off x="457200" y="1566925"/>
            <a:ext cx="2453400" cy="762000"/>
          </a:xfrm>
          <a:prstGeom prst="rect">
            <a:avLst/>
          </a:prstGeom>
        </p:spPr>
        <p:txBody>
          <a:bodyPr anchorCtr="0" anchor="t" bIns="4570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o Headline | body _Twilight">
  <p:cSld name="6_Title Only_2_4_3">
    <p:bg>
      <p:bgPr>
        <a:solidFill>
          <a:schemeClr val="accent3"/>
        </a:solidFill>
      </p:bgPr>
    </p:bg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3f66373b4a9_0_1337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g3f66373b4a9_0_1337"/>
          <p:cNvSpPr txBox="1"/>
          <p:nvPr>
            <p:ph idx="1" type="body"/>
          </p:nvPr>
        </p:nvSpPr>
        <p:spPr>
          <a:xfrm>
            <a:off x="3232350" y="1139450"/>
            <a:ext cx="2513400" cy="36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7" name="Google Shape;517;g3f66373b4a9_0_1337"/>
          <p:cNvSpPr txBox="1"/>
          <p:nvPr>
            <p:ph idx="2" type="body"/>
          </p:nvPr>
        </p:nvSpPr>
        <p:spPr>
          <a:xfrm>
            <a:off x="5745750" y="1139450"/>
            <a:ext cx="2513400" cy="36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8" name="Google Shape;518;g3f66373b4a9_0_1337"/>
          <p:cNvSpPr txBox="1"/>
          <p:nvPr>
            <p:ph type="title"/>
          </p:nvPr>
        </p:nvSpPr>
        <p:spPr>
          <a:xfrm>
            <a:off x="457200" y="1566925"/>
            <a:ext cx="2453400" cy="762000"/>
          </a:xfrm>
          <a:prstGeom prst="rect">
            <a:avLst/>
          </a:prstGeom>
        </p:spPr>
        <p:txBody>
          <a:bodyPr anchorCtr="0" anchor="t" bIns="4570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100"/>
              <a:buNone/>
              <a:defRPr sz="31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o Headline | Image 1 _Twilight">
  <p:cSld name="6_Title Only_2_4_2_1">
    <p:bg>
      <p:bgPr>
        <a:solidFill>
          <a:schemeClr val="accent3"/>
        </a:solidFill>
      </p:bgPr>
    </p:bg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3f66373b4a9_0_1342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g3f66373b4a9_0_1342"/>
          <p:cNvSpPr txBox="1"/>
          <p:nvPr>
            <p:ph type="title"/>
          </p:nvPr>
        </p:nvSpPr>
        <p:spPr>
          <a:xfrm>
            <a:off x="457200" y="1566925"/>
            <a:ext cx="2453400" cy="762000"/>
          </a:xfrm>
          <a:prstGeom prst="rect">
            <a:avLst/>
          </a:prstGeom>
        </p:spPr>
        <p:txBody>
          <a:bodyPr anchorCtr="0" anchor="t" bIns="4570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100"/>
              <a:buNone/>
              <a:defRPr sz="31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22" name="Google Shape;522;g3f66373b4a9_0_1342"/>
          <p:cNvSpPr/>
          <p:nvPr>
            <p:ph idx="2" type="pic"/>
          </p:nvPr>
        </p:nvSpPr>
        <p:spPr>
          <a:xfrm>
            <a:off x="3486875" y="487250"/>
            <a:ext cx="4138200" cy="4053300"/>
          </a:xfrm>
          <a:prstGeom prst="roundRect">
            <a:avLst>
              <a:gd fmla="val 5883" name="adj"/>
            </a:avLst>
          </a:prstGeom>
          <a:noFill/>
          <a:ln>
            <a:noFill/>
          </a:ln>
        </p:spPr>
      </p:sp>
    </p:spTree>
  </p:cSld>
  <p:clrMapOvr>
    <a:masterClrMapping/>
  </p:clrMapOvr>
  <p:transition spd="slow">
    <p:push/>
  </p:transition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o Headline | images 1  _Twilight">
  <p:cSld name="6_Title Only_2_4_1_1">
    <p:bg>
      <p:bgPr>
        <a:solidFill>
          <a:schemeClr val="accent3"/>
        </a:solidFill>
      </p:bgPr>
    </p:bg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3f66373b4a9_0_1346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g3f66373b4a9_0_1346"/>
          <p:cNvSpPr/>
          <p:nvPr>
            <p:ph idx="2" type="pic"/>
          </p:nvPr>
        </p:nvSpPr>
        <p:spPr>
          <a:xfrm>
            <a:off x="5630325" y="497825"/>
            <a:ext cx="1884000" cy="1884000"/>
          </a:xfrm>
          <a:prstGeom prst="roundRect">
            <a:avLst>
              <a:gd fmla="val 8989" name="adj"/>
            </a:avLst>
          </a:prstGeom>
          <a:noFill/>
          <a:ln>
            <a:noFill/>
          </a:ln>
        </p:spPr>
      </p:sp>
      <p:sp>
        <p:nvSpPr>
          <p:cNvPr id="526" name="Google Shape;526;g3f66373b4a9_0_1346"/>
          <p:cNvSpPr/>
          <p:nvPr>
            <p:ph idx="3" type="pic"/>
          </p:nvPr>
        </p:nvSpPr>
        <p:spPr>
          <a:xfrm>
            <a:off x="3471325" y="497825"/>
            <a:ext cx="1884000" cy="1884000"/>
          </a:xfrm>
          <a:prstGeom prst="roundRect">
            <a:avLst>
              <a:gd fmla="val 8989" name="adj"/>
            </a:avLst>
          </a:prstGeom>
          <a:noFill/>
          <a:ln>
            <a:noFill/>
          </a:ln>
        </p:spPr>
      </p:sp>
      <p:sp>
        <p:nvSpPr>
          <p:cNvPr id="527" name="Google Shape;527;g3f66373b4a9_0_1346"/>
          <p:cNvSpPr/>
          <p:nvPr>
            <p:ph idx="4" type="pic"/>
          </p:nvPr>
        </p:nvSpPr>
        <p:spPr>
          <a:xfrm>
            <a:off x="5630325" y="2603900"/>
            <a:ext cx="1884000" cy="1884000"/>
          </a:xfrm>
          <a:prstGeom prst="roundRect">
            <a:avLst>
              <a:gd fmla="val 8989" name="adj"/>
            </a:avLst>
          </a:prstGeom>
          <a:noFill/>
          <a:ln>
            <a:noFill/>
          </a:ln>
        </p:spPr>
      </p:sp>
      <p:sp>
        <p:nvSpPr>
          <p:cNvPr id="528" name="Google Shape;528;g3f66373b4a9_0_1346"/>
          <p:cNvSpPr/>
          <p:nvPr>
            <p:ph idx="5" type="pic"/>
          </p:nvPr>
        </p:nvSpPr>
        <p:spPr>
          <a:xfrm>
            <a:off x="3471325" y="2603900"/>
            <a:ext cx="1884000" cy="1884000"/>
          </a:xfrm>
          <a:prstGeom prst="roundRect">
            <a:avLst>
              <a:gd fmla="val 8989" name="adj"/>
            </a:avLst>
          </a:prstGeom>
          <a:noFill/>
          <a:ln>
            <a:noFill/>
          </a:ln>
        </p:spPr>
      </p:sp>
      <p:sp>
        <p:nvSpPr>
          <p:cNvPr id="529" name="Google Shape;529;g3f66373b4a9_0_1346"/>
          <p:cNvSpPr txBox="1"/>
          <p:nvPr>
            <p:ph type="title"/>
          </p:nvPr>
        </p:nvSpPr>
        <p:spPr>
          <a:xfrm>
            <a:off x="457200" y="1566925"/>
            <a:ext cx="2453400" cy="762000"/>
          </a:xfrm>
          <a:prstGeom prst="rect">
            <a:avLst/>
          </a:prstGeom>
        </p:spPr>
        <p:txBody>
          <a:bodyPr anchorCtr="0" anchor="t" bIns="4570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100"/>
              <a:buNone/>
              <a:defRPr sz="31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| Twilight">
  <p:cSld name="6_Title Only_2_3">
    <p:bg>
      <p:bgPr>
        <a:solidFill>
          <a:schemeClr val="accent3"/>
        </a:solidFill>
      </p:bgPr>
    </p:bg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3f66373b4a9_0_1353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g3f66373b4a9_0_1353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3" name="Google Shape;533;g3f66373b4a9_0_1353"/>
          <p:cNvSpPr txBox="1"/>
          <p:nvPr>
            <p:ph idx="1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sz="11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4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| White">
  <p:cSld name="6_Title Only_2_3_1"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3f66373b4a9_0_1357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g3f66373b4a9_0_1357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7" name="Google Shape;537;g3f66373b4a9_0_1357"/>
          <p:cNvSpPr txBox="1"/>
          <p:nvPr>
            <p:ph idx="1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 SemiBold"/>
              <a:buNone/>
              <a:defRPr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2pPr>
            <a:lvl3pPr lvl="2"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ey Nodes Bottom Left">
  <p:cSld name="6_Title Only_2_1"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9" name="Google Shape;539;g3f66373b4a9_0_1361"/>
          <p:cNvPicPr preferRelativeResize="0"/>
          <p:nvPr/>
        </p:nvPicPr>
        <p:blipFill rotWithShape="1">
          <a:blip r:embed="rId2">
            <a:alphaModFix amt="30000"/>
          </a:blip>
          <a:srcRect b="0" l="0" r="39650" t="24294"/>
          <a:stretch/>
        </p:blipFill>
        <p:spPr>
          <a:xfrm rot="10800000">
            <a:off x="-1848" y="1080192"/>
            <a:ext cx="2431273" cy="3894075"/>
          </a:xfrm>
          <a:prstGeom prst="rect">
            <a:avLst/>
          </a:prstGeom>
          <a:noFill/>
          <a:ln>
            <a:noFill/>
          </a:ln>
        </p:spPr>
      </p:pic>
      <p:sp>
        <p:nvSpPr>
          <p:cNvPr id="540" name="Google Shape;540;g3f66373b4a9_0_1361"/>
          <p:cNvSpPr txBox="1"/>
          <p:nvPr>
            <p:ph idx="1" type="body"/>
          </p:nvPr>
        </p:nvSpPr>
        <p:spPr>
          <a:xfrm>
            <a:off x="457200" y="1267650"/>
            <a:ext cx="80772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1" name="Google Shape;541;g3f66373b4a9_0_1361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g3f66373b4a9_0_1361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3" name="Google Shape;543;g3f66373b4a9_0_1361"/>
          <p:cNvSpPr txBox="1"/>
          <p:nvPr>
            <p:ph idx="2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 SemiBold"/>
              <a:buNone/>
              <a:defRPr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2pPr>
            <a:lvl3pPr lvl="2"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line Image on the Right">
  <p:cSld name="6_Title Only_1"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3f66373b4a9_0_1367"/>
          <p:cNvSpPr txBox="1"/>
          <p:nvPr>
            <p:ph idx="1" type="body"/>
          </p:nvPr>
        </p:nvSpPr>
        <p:spPr>
          <a:xfrm>
            <a:off x="457200" y="1267650"/>
            <a:ext cx="39996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6" name="Google Shape;546;g3f66373b4a9_0_1367"/>
          <p:cNvSpPr/>
          <p:nvPr>
            <p:ph idx="2" type="pic"/>
          </p:nvPr>
        </p:nvSpPr>
        <p:spPr>
          <a:xfrm>
            <a:off x="4600100" y="1283925"/>
            <a:ext cx="4064100" cy="3261600"/>
          </a:xfrm>
          <a:prstGeom prst="roundRect">
            <a:avLst>
              <a:gd fmla="val 6744" name="adj"/>
            </a:avLst>
          </a:prstGeom>
          <a:noFill/>
          <a:ln>
            <a:noFill/>
          </a:ln>
        </p:spPr>
      </p:sp>
      <p:sp>
        <p:nvSpPr>
          <p:cNvPr id="547" name="Google Shape;547;g3f66373b4a9_0_1367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548" name="Google Shape;548;g3f66373b4a9_0_136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5533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g3f66373b4a9_0_1367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0" name="Google Shape;550;g3f66373b4a9_0_1367"/>
          <p:cNvSpPr txBox="1"/>
          <p:nvPr>
            <p:ph idx="3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 SemiBold"/>
              <a:buNone/>
              <a:defRPr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2pPr>
            <a:lvl3pPr lvl="2"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line Image on the Right | Twilight">
  <p:cSld name="6_Title Only_1_2">
    <p:bg>
      <p:bgPr>
        <a:solidFill>
          <a:schemeClr val="dk1"/>
        </a:solidFill>
      </p:bgPr>
    </p:bg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3f66373b4a9_0_1374"/>
          <p:cNvSpPr txBox="1"/>
          <p:nvPr>
            <p:ph idx="1" type="body"/>
          </p:nvPr>
        </p:nvSpPr>
        <p:spPr>
          <a:xfrm>
            <a:off x="457200" y="1267650"/>
            <a:ext cx="39693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53" name="Google Shape;553;g3f66373b4a9_0_1374"/>
          <p:cNvSpPr/>
          <p:nvPr>
            <p:ph idx="2" type="pic"/>
          </p:nvPr>
        </p:nvSpPr>
        <p:spPr>
          <a:xfrm>
            <a:off x="4600100" y="1283925"/>
            <a:ext cx="4064100" cy="3261600"/>
          </a:xfrm>
          <a:prstGeom prst="roundRect">
            <a:avLst>
              <a:gd fmla="val 6744" name="adj"/>
            </a:avLst>
          </a:prstGeom>
          <a:noFill/>
          <a:ln>
            <a:noFill/>
          </a:ln>
        </p:spPr>
      </p:sp>
      <p:sp>
        <p:nvSpPr>
          <p:cNvPr id="554" name="Google Shape;554;g3f66373b4a9_0_1374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g3f66373b4a9_0_1374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56" name="Google Shape;556;g3f66373b4a9_0_1374"/>
          <p:cNvSpPr txBox="1"/>
          <p:nvPr>
            <p:ph idx="3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sz="11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4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line Image on the Left">
  <p:cSld name="6_Title Only_1_1"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3f66373b4a9_0_1380"/>
          <p:cNvSpPr txBox="1"/>
          <p:nvPr>
            <p:ph idx="1" type="body"/>
          </p:nvPr>
        </p:nvSpPr>
        <p:spPr>
          <a:xfrm>
            <a:off x="4594200" y="1157967"/>
            <a:ext cx="37665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9" name="Google Shape;559;g3f66373b4a9_0_1380"/>
          <p:cNvSpPr/>
          <p:nvPr>
            <p:ph idx="2" type="pic"/>
          </p:nvPr>
        </p:nvSpPr>
        <p:spPr>
          <a:xfrm>
            <a:off x="457200" y="1181567"/>
            <a:ext cx="4064100" cy="3261600"/>
          </a:xfrm>
          <a:prstGeom prst="roundRect">
            <a:avLst>
              <a:gd fmla="val 3945" name="adj"/>
            </a:avLst>
          </a:prstGeom>
          <a:noFill/>
          <a:ln>
            <a:noFill/>
          </a:ln>
        </p:spPr>
      </p:sp>
      <p:sp>
        <p:nvSpPr>
          <p:cNvPr id="560" name="Google Shape;560;g3f66373b4a9_0_1380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g3f66373b4a9_0_1380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2" name="Google Shape;562;g3f66373b4a9_0_1380"/>
          <p:cNvSpPr txBox="1"/>
          <p:nvPr>
            <p:ph idx="3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 SemiBold"/>
              <a:buNone/>
              <a:defRPr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2pPr>
            <a:lvl3pPr lvl="2"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mn Layout">
  <p:cSld name="10_Title Only"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3f66373b4a9_0_1386"/>
          <p:cNvSpPr txBox="1"/>
          <p:nvPr>
            <p:ph idx="1" type="body"/>
          </p:nvPr>
        </p:nvSpPr>
        <p:spPr>
          <a:xfrm>
            <a:off x="453513" y="1267654"/>
            <a:ext cx="23622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5" name="Google Shape;565;g3f66373b4a9_0_1386"/>
          <p:cNvSpPr txBox="1"/>
          <p:nvPr>
            <p:ph idx="2" type="body"/>
          </p:nvPr>
        </p:nvSpPr>
        <p:spPr>
          <a:xfrm>
            <a:off x="3086099" y="1267654"/>
            <a:ext cx="23622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6" name="Google Shape;566;g3f66373b4a9_0_1386"/>
          <p:cNvSpPr txBox="1"/>
          <p:nvPr>
            <p:ph idx="3" type="body"/>
          </p:nvPr>
        </p:nvSpPr>
        <p:spPr>
          <a:xfrm>
            <a:off x="5718688" y="1267654"/>
            <a:ext cx="23622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7" name="Google Shape;567;g3f66373b4a9_0_1386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g3f66373b4a9_0_1386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9" name="Google Shape;569;g3f66373b4a9_0_1386"/>
          <p:cNvSpPr txBox="1"/>
          <p:nvPr>
            <p:ph idx="4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 SemiBold"/>
              <a:buNone/>
              <a:defRPr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2pPr>
            <a:lvl3pPr lvl="2"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mn Layout | Twilight">
  <p:cSld name="10_Title Only_1">
    <p:bg>
      <p:bgPr>
        <a:solidFill>
          <a:schemeClr val="dk1"/>
        </a:solidFill>
      </p:bgPr>
    </p:bg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3f66373b4a9_0_1393"/>
          <p:cNvSpPr txBox="1"/>
          <p:nvPr>
            <p:ph idx="1" type="body"/>
          </p:nvPr>
        </p:nvSpPr>
        <p:spPr>
          <a:xfrm>
            <a:off x="453513" y="1267654"/>
            <a:ext cx="23622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72" name="Google Shape;572;g3f66373b4a9_0_1393"/>
          <p:cNvSpPr txBox="1"/>
          <p:nvPr>
            <p:ph idx="2" type="body"/>
          </p:nvPr>
        </p:nvSpPr>
        <p:spPr>
          <a:xfrm>
            <a:off x="3086099" y="1267654"/>
            <a:ext cx="23622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73" name="Google Shape;573;g3f66373b4a9_0_1393"/>
          <p:cNvSpPr txBox="1"/>
          <p:nvPr>
            <p:ph idx="3" type="body"/>
          </p:nvPr>
        </p:nvSpPr>
        <p:spPr>
          <a:xfrm>
            <a:off x="5718688" y="1267654"/>
            <a:ext cx="23622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74" name="Google Shape;574;g3f66373b4a9_0_1393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g3f66373b4a9_0_1393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76" name="Google Shape;576;g3f66373b4a9_0_1393"/>
          <p:cNvSpPr txBox="1"/>
          <p:nvPr>
            <p:ph idx="4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sz="11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4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ody on the Right 2">
  <p:cSld name="7_Title Only"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3f66373b4a9_0_1400"/>
          <p:cNvSpPr txBox="1"/>
          <p:nvPr>
            <p:ph type="title"/>
          </p:nvPr>
        </p:nvSpPr>
        <p:spPr>
          <a:xfrm>
            <a:off x="4267200" y="284250"/>
            <a:ext cx="45582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9" name="Google Shape;579;g3f66373b4a9_0_1400"/>
          <p:cNvSpPr txBox="1"/>
          <p:nvPr>
            <p:ph idx="1" type="body"/>
          </p:nvPr>
        </p:nvSpPr>
        <p:spPr>
          <a:xfrm>
            <a:off x="4267200" y="1370012"/>
            <a:ext cx="39624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0" name="Google Shape;580;g3f66373b4a9_0_1400"/>
          <p:cNvSpPr/>
          <p:nvPr/>
        </p:nvSpPr>
        <p:spPr>
          <a:xfrm>
            <a:off x="381000" y="897026"/>
            <a:ext cx="762000" cy="226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g3f66373b4a9_0_1400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g3f66373b4a9_0_1400"/>
          <p:cNvSpPr txBox="1"/>
          <p:nvPr>
            <p:ph idx="2" type="subTitle"/>
          </p:nvPr>
        </p:nvSpPr>
        <p:spPr>
          <a:xfrm>
            <a:off x="4267200" y="631950"/>
            <a:ext cx="4694400" cy="3804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 SemiBold"/>
              <a:buNone/>
              <a:defRPr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2pPr>
            <a:lvl3pPr lvl="2"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ody on the Right 2 1">
  <p:cSld name="7_Title Only_2">
    <p:bg>
      <p:bgPr>
        <a:solidFill>
          <a:schemeClr val="dk1"/>
        </a:solidFill>
      </p:bgPr>
    </p:bg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3f66373b4a9_0_1406"/>
          <p:cNvSpPr txBox="1"/>
          <p:nvPr>
            <p:ph type="title"/>
          </p:nvPr>
        </p:nvSpPr>
        <p:spPr>
          <a:xfrm>
            <a:off x="4267200" y="284250"/>
            <a:ext cx="45582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5" name="Google Shape;585;g3f66373b4a9_0_1406"/>
          <p:cNvSpPr txBox="1"/>
          <p:nvPr>
            <p:ph idx="1" type="body"/>
          </p:nvPr>
        </p:nvSpPr>
        <p:spPr>
          <a:xfrm>
            <a:off x="4267200" y="1370012"/>
            <a:ext cx="39624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6" name="Google Shape;586;g3f66373b4a9_0_1406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g3f66373b4a9_0_1406"/>
          <p:cNvSpPr txBox="1"/>
          <p:nvPr>
            <p:ph idx="2" type="subTitle"/>
          </p:nvPr>
        </p:nvSpPr>
        <p:spPr>
          <a:xfrm>
            <a:off x="4267200" y="631950"/>
            <a:ext cx="3858000" cy="3804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sz="11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4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Left Side Image Right">
  <p:cSld name="7_Title Only_1"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3f66373b4a9_0_1411"/>
          <p:cNvSpPr/>
          <p:nvPr>
            <p:ph idx="2" type="pic"/>
          </p:nvPr>
        </p:nvSpPr>
        <p:spPr>
          <a:xfrm>
            <a:off x="5350350" y="-20975"/>
            <a:ext cx="3793800" cy="5102100"/>
          </a:xfrm>
          <a:prstGeom prst="rect">
            <a:avLst/>
          </a:prstGeom>
          <a:noFill/>
          <a:ln>
            <a:noFill/>
          </a:ln>
        </p:spPr>
      </p:sp>
      <p:sp>
        <p:nvSpPr>
          <p:cNvPr id="590" name="Google Shape;590;g3f66373b4a9_0_1411"/>
          <p:cNvSpPr txBox="1"/>
          <p:nvPr>
            <p:ph idx="1" type="body"/>
          </p:nvPr>
        </p:nvSpPr>
        <p:spPr>
          <a:xfrm>
            <a:off x="457200" y="1267650"/>
            <a:ext cx="40257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1" name="Google Shape;591;g3f66373b4a9_0_1411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g3f66373b4a9_0_1411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3" name="Google Shape;593;g3f66373b4a9_0_1411"/>
          <p:cNvSpPr txBox="1"/>
          <p:nvPr>
            <p:ph idx="3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 SemiBold"/>
              <a:buNone/>
              <a:defRPr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2pPr>
            <a:lvl3pPr lvl="2"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Left Side Image Right | Twilight">
  <p:cSld name="7_Title Only_1_3">
    <p:bg>
      <p:bgPr>
        <a:solidFill>
          <a:schemeClr val="dk1"/>
        </a:solidFill>
      </p:bgPr>
    </p:bg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3f66373b4a9_0_1417"/>
          <p:cNvSpPr/>
          <p:nvPr>
            <p:ph idx="2" type="pic"/>
          </p:nvPr>
        </p:nvSpPr>
        <p:spPr>
          <a:xfrm>
            <a:off x="5350350" y="-20975"/>
            <a:ext cx="3793800" cy="5102100"/>
          </a:xfrm>
          <a:prstGeom prst="rect">
            <a:avLst/>
          </a:prstGeom>
          <a:noFill/>
          <a:ln>
            <a:noFill/>
          </a:ln>
        </p:spPr>
      </p:sp>
      <p:sp>
        <p:nvSpPr>
          <p:cNvPr id="596" name="Google Shape;596;g3f66373b4a9_0_1417"/>
          <p:cNvSpPr txBox="1"/>
          <p:nvPr>
            <p:ph idx="1" type="body"/>
          </p:nvPr>
        </p:nvSpPr>
        <p:spPr>
          <a:xfrm>
            <a:off x="457200" y="1254859"/>
            <a:ext cx="39624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97" name="Google Shape;597;g3f66373b4a9_0_1417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g3f66373b4a9_0_1417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99" name="Google Shape;599;g3f66373b4a9_0_1417"/>
          <p:cNvSpPr txBox="1"/>
          <p:nvPr>
            <p:ph idx="3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sz="11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4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Right Side Image Left">
  <p:cSld name="7_Title Only_1_2"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3f66373b4a9_0_1423"/>
          <p:cNvSpPr txBox="1"/>
          <p:nvPr>
            <p:ph type="title"/>
          </p:nvPr>
        </p:nvSpPr>
        <p:spPr>
          <a:xfrm>
            <a:off x="4135300" y="284250"/>
            <a:ext cx="44649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2" name="Google Shape;602;g3f66373b4a9_0_1423"/>
          <p:cNvSpPr txBox="1"/>
          <p:nvPr>
            <p:ph idx="1" type="body"/>
          </p:nvPr>
        </p:nvSpPr>
        <p:spPr>
          <a:xfrm>
            <a:off x="4135300" y="1370000"/>
            <a:ext cx="44649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3" name="Google Shape;603;g3f66373b4a9_0_1423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g3f66373b4a9_0_1423"/>
          <p:cNvSpPr/>
          <p:nvPr>
            <p:ph idx="2" type="pic"/>
          </p:nvPr>
        </p:nvSpPr>
        <p:spPr>
          <a:xfrm>
            <a:off x="0" y="-20975"/>
            <a:ext cx="3793800" cy="5102100"/>
          </a:xfrm>
          <a:prstGeom prst="rect">
            <a:avLst/>
          </a:prstGeom>
          <a:noFill/>
          <a:ln>
            <a:noFill/>
          </a:ln>
        </p:spPr>
      </p:sp>
      <p:sp>
        <p:nvSpPr>
          <p:cNvPr id="605" name="Google Shape;605;g3f66373b4a9_0_1423"/>
          <p:cNvSpPr txBox="1"/>
          <p:nvPr>
            <p:ph idx="3" type="subTitle"/>
          </p:nvPr>
        </p:nvSpPr>
        <p:spPr>
          <a:xfrm>
            <a:off x="4135300" y="631950"/>
            <a:ext cx="4105800" cy="3804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 SemiBold"/>
              <a:buNone/>
              <a:defRPr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2pPr>
            <a:lvl3pPr lvl="2"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Right Side Image Left | Twilight">
  <p:cSld name="7_Title Only_1_2_1">
    <p:bg>
      <p:bgPr>
        <a:solidFill>
          <a:schemeClr val="dk1"/>
        </a:solidFill>
      </p:bgPr>
    </p:bg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3f66373b4a9_0_1429"/>
          <p:cNvSpPr txBox="1"/>
          <p:nvPr>
            <p:ph type="title"/>
          </p:nvPr>
        </p:nvSpPr>
        <p:spPr>
          <a:xfrm>
            <a:off x="4135300" y="284250"/>
            <a:ext cx="44649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8" name="Google Shape;608;g3f66373b4a9_0_1429"/>
          <p:cNvSpPr txBox="1"/>
          <p:nvPr>
            <p:ph idx="1" type="body"/>
          </p:nvPr>
        </p:nvSpPr>
        <p:spPr>
          <a:xfrm>
            <a:off x="4135300" y="1370000"/>
            <a:ext cx="44649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9" name="Google Shape;609;g3f66373b4a9_0_1429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g3f66373b4a9_0_1429"/>
          <p:cNvSpPr/>
          <p:nvPr>
            <p:ph idx="2" type="pic"/>
          </p:nvPr>
        </p:nvSpPr>
        <p:spPr>
          <a:xfrm>
            <a:off x="0" y="-20975"/>
            <a:ext cx="3793800" cy="5102100"/>
          </a:xfrm>
          <a:prstGeom prst="rect">
            <a:avLst/>
          </a:prstGeom>
          <a:noFill/>
          <a:ln>
            <a:noFill/>
          </a:ln>
        </p:spPr>
      </p:sp>
      <p:sp>
        <p:nvSpPr>
          <p:cNvPr id="611" name="Google Shape;611;g3f66373b4a9_0_1429"/>
          <p:cNvSpPr txBox="1"/>
          <p:nvPr>
            <p:ph idx="3" type="subTitle"/>
          </p:nvPr>
        </p:nvSpPr>
        <p:spPr>
          <a:xfrm>
            <a:off x="4135300" y="631950"/>
            <a:ext cx="3203100" cy="3804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 SemiBold"/>
              <a:buNone/>
              <a:defRPr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2pPr>
            <a:lvl3pPr lvl="2"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Image | White">
  <p:cSld name="7_Title Only_1_1"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3" name="Google Shape;613;g3f66373b4a9_0_1435"/>
          <p:cNvCxnSpPr/>
          <p:nvPr/>
        </p:nvCxnSpPr>
        <p:spPr>
          <a:xfrm rot="10800000">
            <a:off x="468509" y="3480538"/>
            <a:ext cx="502800" cy="0"/>
          </a:xfrm>
          <a:prstGeom prst="straightConnector1">
            <a:avLst/>
          </a:prstGeom>
          <a:noFill/>
          <a:ln cap="flat" cmpd="sng" w="19050">
            <a:solidFill>
              <a:srgbClr val="FF550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4" name="Google Shape;614;g3f66373b4a9_0_1435"/>
          <p:cNvSpPr txBox="1"/>
          <p:nvPr>
            <p:ph idx="1" type="body"/>
          </p:nvPr>
        </p:nvSpPr>
        <p:spPr>
          <a:xfrm>
            <a:off x="477625" y="3652682"/>
            <a:ext cx="3962400" cy="6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SemiBold"/>
              <a:buNone/>
              <a:defRPr sz="16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rtl="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160"/>
              <a:buNone/>
              <a:defRPr>
                <a:solidFill>
                  <a:schemeClr val="accent2"/>
                </a:solidFill>
              </a:defRPr>
            </a:lvl2pPr>
            <a:lvl3pPr indent="-365760" lvl="2" marL="1371600" rtl="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rtl="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rtl="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5" name="Google Shape;615;g3f66373b4a9_0_1435"/>
          <p:cNvSpPr txBox="1"/>
          <p:nvPr>
            <p:ph idx="2" type="body"/>
          </p:nvPr>
        </p:nvSpPr>
        <p:spPr>
          <a:xfrm>
            <a:off x="477625" y="3978509"/>
            <a:ext cx="39624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000">
                <a:solidFill>
                  <a:schemeClr val="accent2"/>
                </a:solidFill>
              </a:defRPr>
            </a:lvl1pPr>
            <a:lvl2pPr indent="-228600" lvl="1" marL="914400" rtl="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160"/>
              <a:buNone/>
              <a:defRPr>
                <a:solidFill>
                  <a:schemeClr val="accent2"/>
                </a:solidFill>
              </a:defRPr>
            </a:lvl2pPr>
            <a:lvl3pPr indent="-365760" lvl="2" marL="1371600" rtl="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rtl="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rtl="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6" name="Google Shape;616;g3f66373b4a9_0_1435"/>
          <p:cNvSpPr txBox="1"/>
          <p:nvPr>
            <p:ph idx="3" type="body"/>
          </p:nvPr>
        </p:nvSpPr>
        <p:spPr>
          <a:xfrm>
            <a:off x="477625" y="1490884"/>
            <a:ext cx="37254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  <a:defRPr sz="1800"/>
            </a:lvl1pPr>
            <a:lvl2pPr indent="-228600" lvl="1" marL="9144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7" name="Google Shape;617;g3f66373b4a9_0_1435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g3f66373b4a9_0_1435"/>
          <p:cNvSpPr/>
          <p:nvPr>
            <p:ph idx="4" type="pic"/>
          </p:nvPr>
        </p:nvSpPr>
        <p:spPr>
          <a:xfrm>
            <a:off x="5350350" y="-20975"/>
            <a:ext cx="3793800" cy="5102100"/>
          </a:xfrm>
          <a:prstGeom prst="rect">
            <a:avLst/>
          </a:prstGeom>
          <a:noFill/>
          <a:ln>
            <a:noFill/>
          </a:ln>
        </p:spPr>
      </p:sp>
      <p:sp>
        <p:nvSpPr>
          <p:cNvPr id="619" name="Google Shape;619;g3f66373b4a9_0_1435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0" name="Google Shape;620;g3f66373b4a9_0_1435"/>
          <p:cNvSpPr txBox="1"/>
          <p:nvPr>
            <p:ph idx="5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 SemiBold"/>
              <a:buNone/>
              <a:defRPr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2pPr>
            <a:lvl3pPr lvl="2"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Image | Twilight">
  <p:cSld name="7_Title Only_1_1_2">
    <p:bg>
      <p:bgPr>
        <a:solidFill>
          <a:schemeClr val="dk1"/>
        </a:solidFill>
      </p:bgPr>
    </p:bg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22" name="Google Shape;622;g3f66373b4a9_0_1444"/>
          <p:cNvCxnSpPr/>
          <p:nvPr/>
        </p:nvCxnSpPr>
        <p:spPr>
          <a:xfrm rot="10800000">
            <a:off x="457195" y="3480538"/>
            <a:ext cx="502800" cy="0"/>
          </a:xfrm>
          <a:prstGeom prst="straightConnector1">
            <a:avLst/>
          </a:prstGeom>
          <a:noFill/>
          <a:ln cap="flat" cmpd="sng" w="19050">
            <a:solidFill>
              <a:srgbClr val="FF550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3" name="Google Shape;623;g3f66373b4a9_0_1444"/>
          <p:cNvSpPr txBox="1"/>
          <p:nvPr>
            <p:ph idx="1" type="body"/>
          </p:nvPr>
        </p:nvSpPr>
        <p:spPr>
          <a:xfrm>
            <a:off x="477625" y="3652682"/>
            <a:ext cx="3962400" cy="6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lus Jakarta Sans SemiBold"/>
              <a:buNone/>
              <a:defRPr sz="16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24" name="Google Shape;624;g3f66373b4a9_0_1444"/>
          <p:cNvSpPr txBox="1"/>
          <p:nvPr>
            <p:ph idx="2" type="body"/>
          </p:nvPr>
        </p:nvSpPr>
        <p:spPr>
          <a:xfrm>
            <a:off x="477625" y="3978509"/>
            <a:ext cx="39624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000">
                <a:solidFill>
                  <a:schemeClr val="accent2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160"/>
              <a:buNone/>
              <a:defRPr>
                <a:solidFill>
                  <a:schemeClr val="accent2"/>
                </a:solidFill>
              </a:defRPr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5" name="Google Shape;625;g3f66373b4a9_0_1444"/>
          <p:cNvSpPr txBox="1"/>
          <p:nvPr>
            <p:ph idx="3" type="body"/>
          </p:nvPr>
        </p:nvSpPr>
        <p:spPr>
          <a:xfrm>
            <a:off x="477625" y="1595988"/>
            <a:ext cx="37254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26" name="Google Shape;626;g3f66373b4a9_0_1444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g3f66373b4a9_0_1444"/>
          <p:cNvSpPr/>
          <p:nvPr>
            <p:ph idx="4" type="pic"/>
          </p:nvPr>
        </p:nvSpPr>
        <p:spPr>
          <a:xfrm>
            <a:off x="5350350" y="-20975"/>
            <a:ext cx="3793800" cy="5102100"/>
          </a:xfrm>
          <a:prstGeom prst="rect">
            <a:avLst/>
          </a:prstGeom>
          <a:noFill/>
          <a:ln>
            <a:noFill/>
          </a:ln>
        </p:spPr>
      </p:sp>
      <p:sp>
        <p:nvSpPr>
          <p:cNvPr id="628" name="Google Shape;628;g3f66373b4a9_0_1444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9" name="Google Shape;629;g3f66373b4a9_0_1444"/>
          <p:cNvSpPr txBox="1"/>
          <p:nvPr>
            <p:ph idx="5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sz="11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4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| Twilight">
  <p:cSld name="7_Title Only_1_1_1">
    <p:bg>
      <p:bgPr>
        <a:solidFill>
          <a:schemeClr val="dk1"/>
        </a:solidFill>
      </p:bgPr>
    </p:bg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1" name="Google Shape;631;g3f66373b4a9_0_1453"/>
          <p:cNvPicPr preferRelativeResize="0"/>
          <p:nvPr/>
        </p:nvPicPr>
        <p:blipFill rotWithShape="1">
          <a:blip r:embed="rId2">
            <a:alphaModFix/>
          </a:blip>
          <a:srcRect b="7630" l="0" r="0" t="0"/>
          <a:stretch/>
        </p:blipFill>
        <p:spPr>
          <a:xfrm>
            <a:off x="0" y="4326801"/>
            <a:ext cx="9144000" cy="754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32" name="Google Shape;632;g3f66373b4a9_0_1453"/>
          <p:cNvCxnSpPr/>
          <p:nvPr/>
        </p:nvCxnSpPr>
        <p:spPr>
          <a:xfrm rot="10800000">
            <a:off x="713220" y="1047750"/>
            <a:ext cx="502800" cy="0"/>
          </a:xfrm>
          <a:prstGeom prst="straightConnector1">
            <a:avLst/>
          </a:prstGeom>
          <a:noFill/>
          <a:ln cap="flat" cmpd="sng" w="19050">
            <a:solidFill>
              <a:srgbClr val="FF550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3" name="Google Shape;633;g3f66373b4a9_0_1453"/>
          <p:cNvSpPr/>
          <p:nvPr/>
        </p:nvSpPr>
        <p:spPr>
          <a:xfrm>
            <a:off x="600100" y="943775"/>
            <a:ext cx="675000" cy="193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634" name="Google Shape;634;g3f66373b4a9_0_14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0525" y="572375"/>
            <a:ext cx="753875" cy="6084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35" name="Google Shape;635;g3f66373b4a9_0_1453"/>
          <p:cNvCxnSpPr/>
          <p:nvPr/>
        </p:nvCxnSpPr>
        <p:spPr>
          <a:xfrm rot="10800000">
            <a:off x="1818095" y="3384463"/>
            <a:ext cx="5028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6" name="Google Shape;636;g3f66373b4a9_0_1453"/>
          <p:cNvSpPr txBox="1"/>
          <p:nvPr>
            <p:ph idx="1" type="body"/>
          </p:nvPr>
        </p:nvSpPr>
        <p:spPr>
          <a:xfrm>
            <a:off x="1741775" y="3556607"/>
            <a:ext cx="3962400" cy="6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SemiBold"/>
              <a:buNone/>
              <a:defRPr sz="16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160"/>
              <a:buNone/>
              <a:defRPr>
                <a:solidFill>
                  <a:schemeClr val="accent2"/>
                </a:solidFill>
              </a:defRPr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2160"/>
              <a:buChar char="•"/>
              <a:defRPr>
                <a:solidFill>
                  <a:schemeClr val="accent2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–"/>
              <a:defRPr>
                <a:solidFill>
                  <a:schemeClr val="accent2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»"/>
              <a:defRPr>
                <a:solidFill>
                  <a:schemeClr val="accent2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37" name="Google Shape;637;g3f66373b4a9_0_1453"/>
          <p:cNvSpPr txBox="1"/>
          <p:nvPr>
            <p:ph idx="2" type="body"/>
          </p:nvPr>
        </p:nvSpPr>
        <p:spPr>
          <a:xfrm>
            <a:off x="1741775" y="3882434"/>
            <a:ext cx="39624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000">
                <a:solidFill>
                  <a:schemeClr val="accent2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160"/>
              <a:buNone/>
              <a:defRPr>
                <a:solidFill>
                  <a:schemeClr val="accent2"/>
                </a:solidFill>
              </a:defRPr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2160"/>
              <a:buChar char="•"/>
              <a:defRPr>
                <a:solidFill>
                  <a:schemeClr val="accent2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–"/>
              <a:defRPr>
                <a:solidFill>
                  <a:schemeClr val="accent2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»"/>
              <a:defRPr>
                <a:solidFill>
                  <a:schemeClr val="accent2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38" name="Google Shape;638;g3f66373b4a9_0_1453"/>
          <p:cNvSpPr txBox="1"/>
          <p:nvPr>
            <p:ph idx="3" type="body"/>
          </p:nvPr>
        </p:nvSpPr>
        <p:spPr>
          <a:xfrm>
            <a:off x="1741775" y="961075"/>
            <a:ext cx="5686800" cy="23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Plus Jakarta Sans SemiBold"/>
              <a:buNone/>
              <a:defRPr sz="25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9" name="Google Shape;639;g3f66373b4a9_0_1453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g3f66373b4a9_0_1453"/>
          <p:cNvSpPr txBox="1"/>
          <p:nvPr/>
        </p:nvSpPr>
        <p:spPr>
          <a:xfrm>
            <a:off x="380125" y="4737800"/>
            <a:ext cx="46137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©2026 Cloudera, Inc. All Rights Reserved. </a:t>
            </a:r>
            <a:endParaRPr sz="600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descr=" " id="641" name="Google Shape;641;g3f66373b4a9_0_14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533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| Orange">
  <p:cSld name="7_Title Only_1_1_1_1">
    <p:bg>
      <p:bgPr>
        <a:solidFill>
          <a:schemeClr val="accent1"/>
        </a:solidFill>
      </p:bgPr>
    </p:bg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3" name="Google Shape;643;g3f66373b4a9_0_146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326811"/>
            <a:ext cx="9144000" cy="81667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44" name="Google Shape;644;g3f66373b4a9_0_1465"/>
          <p:cNvCxnSpPr/>
          <p:nvPr/>
        </p:nvCxnSpPr>
        <p:spPr>
          <a:xfrm rot="10800000">
            <a:off x="713220" y="1047750"/>
            <a:ext cx="502800" cy="0"/>
          </a:xfrm>
          <a:prstGeom prst="straightConnector1">
            <a:avLst/>
          </a:prstGeom>
          <a:noFill/>
          <a:ln cap="flat" cmpd="sng" w="19050">
            <a:solidFill>
              <a:srgbClr val="FF550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5" name="Google Shape;645;g3f66373b4a9_0_1465"/>
          <p:cNvSpPr/>
          <p:nvPr/>
        </p:nvSpPr>
        <p:spPr>
          <a:xfrm>
            <a:off x="600100" y="943775"/>
            <a:ext cx="675000" cy="193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646" name="Google Shape;646;g3f66373b4a9_0_14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0525" y="572375"/>
            <a:ext cx="753875" cy="6084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47" name="Google Shape;647;g3f66373b4a9_0_1465"/>
          <p:cNvCxnSpPr/>
          <p:nvPr/>
        </p:nvCxnSpPr>
        <p:spPr>
          <a:xfrm rot="10800000">
            <a:off x="1818095" y="3384463"/>
            <a:ext cx="50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8" name="Google Shape;648;g3f66373b4a9_0_1465"/>
          <p:cNvSpPr txBox="1"/>
          <p:nvPr>
            <p:ph idx="1" type="body"/>
          </p:nvPr>
        </p:nvSpPr>
        <p:spPr>
          <a:xfrm>
            <a:off x="1741775" y="3556607"/>
            <a:ext cx="3962400" cy="6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lus Jakarta Sans SemiBold"/>
              <a:buNone/>
              <a:defRPr sz="16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49" name="Google Shape;649;g3f66373b4a9_0_1465"/>
          <p:cNvSpPr txBox="1"/>
          <p:nvPr>
            <p:ph idx="2" type="body"/>
          </p:nvPr>
        </p:nvSpPr>
        <p:spPr>
          <a:xfrm>
            <a:off x="1741775" y="3882434"/>
            <a:ext cx="39624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0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0" name="Google Shape;650;g3f66373b4a9_0_1465"/>
          <p:cNvSpPr txBox="1"/>
          <p:nvPr>
            <p:ph idx="3" type="body"/>
          </p:nvPr>
        </p:nvSpPr>
        <p:spPr>
          <a:xfrm>
            <a:off x="1741775" y="961075"/>
            <a:ext cx="5686800" cy="23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Plus Jakarta Sans SemiBold"/>
              <a:buNone/>
              <a:defRPr sz="25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1" name="Google Shape;651;g3f66373b4a9_0_1465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g3f66373b4a9_0_1465"/>
          <p:cNvSpPr txBox="1"/>
          <p:nvPr/>
        </p:nvSpPr>
        <p:spPr>
          <a:xfrm>
            <a:off x="380125" y="4737800"/>
            <a:ext cx="46137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©2026 Cloudera, Inc. All Rights Reserved. </a:t>
            </a:r>
            <a:endParaRPr sz="600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descr=" " id="653" name="Google Shape;653;g3f66373b4a9_0_14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533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| White">
  <p:cSld name="7_Title Only_1_1_1_1_1">
    <p:bg>
      <p:bgPr>
        <a:solidFill>
          <a:schemeClr val="lt1"/>
        </a:solidFill>
      </p:bgPr>
    </p:bg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5" name="Google Shape;655;g3f66373b4a9_0_1477"/>
          <p:cNvPicPr preferRelativeResize="0"/>
          <p:nvPr/>
        </p:nvPicPr>
        <p:blipFill rotWithShape="1">
          <a:blip r:embed="rId2">
            <a:alphaModFix/>
          </a:blip>
          <a:srcRect b="416" l="0" r="0" t="426"/>
          <a:stretch/>
        </p:blipFill>
        <p:spPr>
          <a:xfrm>
            <a:off x="0" y="4326811"/>
            <a:ext cx="9144000" cy="81667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56" name="Google Shape;656;g3f66373b4a9_0_1477"/>
          <p:cNvCxnSpPr/>
          <p:nvPr/>
        </p:nvCxnSpPr>
        <p:spPr>
          <a:xfrm rot="10800000">
            <a:off x="713220" y="1047750"/>
            <a:ext cx="502800" cy="0"/>
          </a:xfrm>
          <a:prstGeom prst="straightConnector1">
            <a:avLst/>
          </a:prstGeom>
          <a:noFill/>
          <a:ln cap="flat" cmpd="sng" w="19050">
            <a:solidFill>
              <a:srgbClr val="FF550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7" name="Google Shape;657;g3f66373b4a9_0_1477"/>
          <p:cNvSpPr/>
          <p:nvPr/>
        </p:nvSpPr>
        <p:spPr>
          <a:xfrm>
            <a:off x="600100" y="943775"/>
            <a:ext cx="675000" cy="193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658" name="Google Shape;658;g3f66373b4a9_0_14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0525" y="572375"/>
            <a:ext cx="753875" cy="6084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59" name="Google Shape;659;g3f66373b4a9_0_1477"/>
          <p:cNvCxnSpPr/>
          <p:nvPr/>
        </p:nvCxnSpPr>
        <p:spPr>
          <a:xfrm rot="10800000">
            <a:off x="1818095" y="3384463"/>
            <a:ext cx="5028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0" name="Google Shape;660;g3f66373b4a9_0_1477"/>
          <p:cNvSpPr txBox="1"/>
          <p:nvPr>
            <p:ph idx="1" type="body"/>
          </p:nvPr>
        </p:nvSpPr>
        <p:spPr>
          <a:xfrm>
            <a:off x="1741775" y="961075"/>
            <a:ext cx="5692800" cy="23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900"/>
              <a:buFont typeface="Plus Jakarta Sans SemiBold"/>
              <a:buNone/>
              <a:defRPr sz="2500"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1" name="Google Shape;661;g3f66373b4a9_0_1477"/>
          <p:cNvSpPr txBox="1"/>
          <p:nvPr>
            <p:ph idx="2" type="body"/>
          </p:nvPr>
        </p:nvSpPr>
        <p:spPr>
          <a:xfrm>
            <a:off x="1741775" y="3556607"/>
            <a:ext cx="3962400" cy="6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SemiBold"/>
              <a:buNone/>
              <a:defRPr sz="16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160"/>
              <a:buNone/>
              <a:defRPr>
                <a:solidFill>
                  <a:schemeClr val="accent2"/>
                </a:solidFill>
              </a:defRPr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2160"/>
              <a:buChar char="•"/>
              <a:defRPr>
                <a:solidFill>
                  <a:schemeClr val="accent2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–"/>
              <a:defRPr>
                <a:solidFill>
                  <a:schemeClr val="accent2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»"/>
              <a:defRPr>
                <a:solidFill>
                  <a:schemeClr val="accent2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62" name="Google Shape;662;g3f66373b4a9_0_1477"/>
          <p:cNvSpPr txBox="1"/>
          <p:nvPr>
            <p:ph idx="3" type="body"/>
          </p:nvPr>
        </p:nvSpPr>
        <p:spPr>
          <a:xfrm>
            <a:off x="1741775" y="3882434"/>
            <a:ext cx="39624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000">
                <a:solidFill>
                  <a:schemeClr val="accent2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160"/>
              <a:buNone/>
              <a:defRPr>
                <a:solidFill>
                  <a:schemeClr val="accent2"/>
                </a:solidFill>
              </a:defRPr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2160"/>
              <a:buChar char="•"/>
              <a:defRPr>
                <a:solidFill>
                  <a:schemeClr val="accent2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–"/>
              <a:defRPr>
                <a:solidFill>
                  <a:schemeClr val="accent2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»"/>
              <a:defRPr>
                <a:solidFill>
                  <a:schemeClr val="accent2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63" name="Google Shape;663;g3f66373b4a9_0_1477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g3f66373b4a9_0_1477"/>
          <p:cNvSpPr txBox="1"/>
          <p:nvPr/>
        </p:nvSpPr>
        <p:spPr>
          <a:xfrm>
            <a:off x="380125" y="4737800"/>
            <a:ext cx="46137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88889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©2026 Cloudera, Inc. All Rights Reserved. </a:t>
            </a:r>
            <a:endParaRPr sz="600">
              <a:solidFill>
                <a:srgbClr val="88889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descr=" " id="665" name="Google Shape;665;g3f66373b4a9_0_147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533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ody on the Right 1">
  <p:cSld name="8_Title Only"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g3f66373b4a9_0_1489"/>
          <p:cNvSpPr txBox="1"/>
          <p:nvPr>
            <p:ph type="title"/>
          </p:nvPr>
        </p:nvSpPr>
        <p:spPr>
          <a:xfrm>
            <a:off x="5715000" y="284250"/>
            <a:ext cx="4017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8" name="Google Shape;668;g3f66373b4a9_0_1489"/>
          <p:cNvSpPr txBox="1"/>
          <p:nvPr>
            <p:ph idx="1" type="body"/>
          </p:nvPr>
        </p:nvSpPr>
        <p:spPr>
          <a:xfrm>
            <a:off x="5715000" y="1903412"/>
            <a:ext cx="31242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9" name="Google Shape;669;g3f66373b4a9_0_1489"/>
          <p:cNvSpPr/>
          <p:nvPr/>
        </p:nvSpPr>
        <p:spPr>
          <a:xfrm>
            <a:off x="381000" y="0"/>
            <a:ext cx="381000" cy="1027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g3f66373b4a9_0_1489"/>
          <p:cNvSpPr/>
          <p:nvPr/>
        </p:nvSpPr>
        <p:spPr>
          <a:xfrm>
            <a:off x="381000" y="897026"/>
            <a:ext cx="762000" cy="226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g3f66373b4a9_0_1489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2" name="Google Shape;672;g3f66373b4a9_0_1489"/>
          <p:cNvSpPr txBox="1"/>
          <p:nvPr>
            <p:ph idx="2" type="subTitle"/>
          </p:nvPr>
        </p:nvSpPr>
        <p:spPr>
          <a:xfrm>
            <a:off x="5715000" y="631950"/>
            <a:ext cx="2542800" cy="3804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 SemiBold"/>
              <a:buNone/>
              <a:defRPr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2pPr>
            <a:lvl3pPr lvl="2"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ody on the Right 1 1">
  <p:cSld name="8_Title Only_1">
    <p:bg>
      <p:bgPr>
        <a:solidFill>
          <a:schemeClr val="dk1"/>
        </a:solidFill>
      </p:bgPr>
    </p:bg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g3f66373b4a9_0_1496"/>
          <p:cNvSpPr txBox="1"/>
          <p:nvPr>
            <p:ph type="title"/>
          </p:nvPr>
        </p:nvSpPr>
        <p:spPr>
          <a:xfrm>
            <a:off x="5715000" y="284250"/>
            <a:ext cx="45636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5" name="Google Shape;675;g3f66373b4a9_0_1496"/>
          <p:cNvSpPr txBox="1"/>
          <p:nvPr>
            <p:ph idx="1" type="body"/>
          </p:nvPr>
        </p:nvSpPr>
        <p:spPr>
          <a:xfrm>
            <a:off x="5715000" y="1903412"/>
            <a:ext cx="31242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6" name="Google Shape;676;g3f66373b4a9_0_1496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" name="Google Shape;677;g3f66373b4a9_0_1496"/>
          <p:cNvSpPr txBox="1"/>
          <p:nvPr>
            <p:ph idx="2" type="subTitle"/>
          </p:nvPr>
        </p:nvSpPr>
        <p:spPr>
          <a:xfrm>
            <a:off x="5715000" y="631950"/>
            <a:ext cx="2584200" cy="3804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sz="11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4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range Background Nodes Top Right 2">
  <p:cSld name="32_Title and Content_1">
    <p:bg>
      <p:bgPr>
        <a:solidFill>
          <a:schemeClr val="accent1"/>
        </a:solidFill>
      </p:bgPr>
    </p:bg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g3f66373b4a9_0_1501"/>
          <p:cNvSpPr txBox="1"/>
          <p:nvPr>
            <p:ph idx="1" type="body"/>
          </p:nvPr>
        </p:nvSpPr>
        <p:spPr>
          <a:xfrm>
            <a:off x="457200" y="1264922"/>
            <a:ext cx="7023600" cy="3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SzPts val="1440"/>
              <a:buFont typeface="Plus Jakarta Sans"/>
              <a:buNone/>
              <a:defRPr>
                <a:solidFill>
                  <a:schemeClr val="lt1"/>
                </a:solidFill>
              </a:defRPr>
            </a:lvl2pPr>
            <a:lvl3pPr indent="-304800" lvl="2" marL="1371600" algn="l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>
                <a:solidFill>
                  <a:schemeClr val="lt1"/>
                </a:solidFill>
              </a:defRPr>
            </a:lvl3pPr>
            <a:lvl4pPr indent="-292100" lvl="3" marL="1828800" algn="l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Char char="–"/>
              <a:defRPr>
                <a:solidFill>
                  <a:schemeClr val="lt1"/>
                </a:solidFill>
              </a:defRPr>
            </a:lvl4pPr>
            <a:lvl5pPr indent="-292100" lvl="4" marL="2286000" algn="l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0" name="Google Shape;680;g3f66373b4a9_0_1501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g3f66373b4a9_0_1501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2" name="Google Shape;682;g3f66373b4a9_0_1501"/>
          <p:cNvPicPr preferRelativeResize="0"/>
          <p:nvPr/>
        </p:nvPicPr>
        <p:blipFill rotWithShape="1">
          <a:blip r:embed="rId2">
            <a:alphaModFix amt="30000"/>
          </a:blip>
          <a:srcRect b="0" l="0" r="0" t="0"/>
          <a:stretch/>
        </p:blipFill>
        <p:spPr>
          <a:xfrm>
            <a:off x="7611575" y="0"/>
            <a:ext cx="1532425" cy="3244899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g3f66373b4a9_0_1501"/>
          <p:cNvSpPr txBox="1"/>
          <p:nvPr/>
        </p:nvSpPr>
        <p:spPr>
          <a:xfrm>
            <a:off x="380125" y="4737800"/>
            <a:ext cx="46137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©2026 Cloudera, Inc. All Rights Reserved. </a:t>
            </a:r>
            <a:endParaRPr sz="600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descr=" " id="684" name="Google Shape;684;g3f66373b4a9_0_15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533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685" name="Google Shape;685;g3f66373b4a9_0_1501"/>
          <p:cNvSpPr txBox="1"/>
          <p:nvPr>
            <p:ph idx="2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sz="11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4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ilight Background Nodes Top Right 2">
  <p:cSld name="41_Title and Content_1">
    <p:bg>
      <p:bgPr>
        <a:solidFill>
          <a:schemeClr val="dk1"/>
        </a:solidFill>
      </p:bgPr>
    </p:bg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g3f66373b4a9_0_1509"/>
          <p:cNvSpPr txBox="1"/>
          <p:nvPr>
            <p:ph idx="1" type="body"/>
          </p:nvPr>
        </p:nvSpPr>
        <p:spPr>
          <a:xfrm>
            <a:off x="457200" y="1370025"/>
            <a:ext cx="6972900" cy="3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SzPts val="1440"/>
              <a:buFont typeface="Plus Jakarta Sans"/>
              <a:buNone/>
              <a:defRPr>
                <a:solidFill>
                  <a:schemeClr val="lt1"/>
                </a:solidFill>
              </a:defRPr>
            </a:lvl2pPr>
            <a:lvl3pPr indent="-304800" lvl="2" marL="1371600" algn="l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>
                <a:solidFill>
                  <a:schemeClr val="lt1"/>
                </a:solidFill>
              </a:defRPr>
            </a:lvl3pPr>
            <a:lvl4pPr indent="-292100" lvl="3" marL="1828800" algn="l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Char char="–"/>
              <a:defRPr>
                <a:solidFill>
                  <a:schemeClr val="lt1"/>
                </a:solidFill>
              </a:defRPr>
            </a:lvl4pPr>
            <a:lvl5pPr indent="-292100" lvl="4" marL="2286000" algn="l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8" name="Google Shape;688;g3f66373b4a9_0_1509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g3f66373b4a9_0_1509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690" name="Google Shape;690;g3f66373b4a9_0_150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11575" y="0"/>
            <a:ext cx="1532425" cy="3244899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g3f66373b4a9_0_1509"/>
          <p:cNvSpPr txBox="1"/>
          <p:nvPr>
            <p:ph idx="2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sz="11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4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range Nodes Top Right 1">
  <p:cSld name="39_Title and Content_1">
    <p:bg>
      <p:bgPr>
        <a:solidFill>
          <a:schemeClr val="lt1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g3f66373b4a9_0_1515"/>
          <p:cNvSpPr txBox="1"/>
          <p:nvPr>
            <p:ph idx="1" type="body"/>
          </p:nvPr>
        </p:nvSpPr>
        <p:spPr>
          <a:xfrm>
            <a:off x="457200" y="1264922"/>
            <a:ext cx="7074600" cy="3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None/>
              <a:defRPr/>
            </a:lvl1pPr>
            <a:lvl2pPr indent="-228600" lvl="1" marL="914400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Plus Jakarta Sans"/>
              <a:buNone/>
              <a:defRPr/>
            </a:lvl2pPr>
            <a:lvl3pPr indent="-304800" lvl="2" marL="1371600" algn="l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>
                <a:solidFill>
                  <a:srgbClr val="000000"/>
                </a:solidFill>
              </a:defRPr>
            </a:lvl3pPr>
            <a:lvl4pPr indent="-292100" lvl="3" marL="1828800" algn="l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Char char="–"/>
              <a:defRPr>
                <a:solidFill>
                  <a:srgbClr val="000000"/>
                </a:solidFill>
              </a:defRPr>
            </a:lvl4pPr>
            <a:lvl5pPr indent="-292100" lvl="4" marL="2286000" algn="l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Char char="»"/>
              <a:defRPr>
                <a:solidFill>
                  <a:srgbClr val="000000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694" name="Google Shape;694;g3f66373b4a9_0_1515"/>
          <p:cNvSpPr txBox="1"/>
          <p:nvPr>
            <p:ph idx="11" type="ftr"/>
          </p:nvPr>
        </p:nvSpPr>
        <p:spPr>
          <a:xfrm>
            <a:off x="106675" y="4795501"/>
            <a:ext cx="60390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5" name="Google Shape;695;g3f66373b4a9_0_1515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6" name="Google Shape;696;g3f66373b4a9_0_1515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697" name="Google Shape;697;g3f66373b4a9_0_15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25075" y="0"/>
            <a:ext cx="1532425" cy="3244899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g3f66373b4a9_0_1515"/>
          <p:cNvSpPr txBox="1"/>
          <p:nvPr>
            <p:ph idx="2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 SemiBold"/>
              <a:buNone/>
              <a:defRPr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2pPr>
            <a:lvl3pPr lvl="2"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1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ue Nodes Top Right">
  <p:cSld name="16_Title Only"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g3f66373b4a9_0_1522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1" name="Google Shape;701;g3f66373b4a9_0_1522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2" name="Google Shape;702;g3f66373b4a9_0_1522"/>
          <p:cNvSpPr txBox="1"/>
          <p:nvPr>
            <p:ph idx="1" type="body"/>
          </p:nvPr>
        </p:nvSpPr>
        <p:spPr>
          <a:xfrm>
            <a:off x="457200" y="1264922"/>
            <a:ext cx="7074600" cy="3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None/>
              <a:defRPr/>
            </a:lvl1pPr>
            <a:lvl2pPr indent="-228600" lvl="1" marL="914400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Plus Jakarta Sans"/>
              <a:buNone/>
              <a:defRPr/>
            </a:lvl2pPr>
            <a:lvl3pPr indent="-304800" lvl="2" marL="1371600" algn="l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>
                <a:solidFill>
                  <a:srgbClr val="000000"/>
                </a:solidFill>
              </a:defRPr>
            </a:lvl3pPr>
            <a:lvl4pPr indent="-292100" lvl="3" marL="1828800" algn="l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Char char="–"/>
              <a:defRPr>
                <a:solidFill>
                  <a:srgbClr val="000000"/>
                </a:solidFill>
              </a:defRPr>
            </a:lvl4pPr>
            <a:lvl5pPr indent="-292100" lvl="4" marL="2286000" algn="l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Char char="»"/>
              <a:defRPr>
                <a:solidFill>
                  <a:srgbClr val="000000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9pPr>
          </a:lstStyle>
          <a:p/>
        </p:txBody>
      </p:sp>
      <p:pic>
        <p:nvPicPr>
          <p:cNvPr id="703" name="Google Shape;703;g3f66373b4a9_0_15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25075" y="0"/>
            <a:ext cx="1532425" cy="3244899"/>
          </a:xfrm>
          <a:prstGeom prst="rect">
            <a:avLst/>
          </a:prstGeom>
          <a:noFill/>
          <a:ln>
            <a:noFill/>
          </a:ln>
        </p:spPr>
      </p:pic>
      <p:sp>
        <p:nvSpPr>
          <p:cNvPr id="704" name="Google Shape;704;g3f66373b4a9_0_1522"/>
          <p:cNvSpPr txBox="1"/>
          <p:nvPr>
            <p:ph idx="2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 SemiBold"/>
              <a:buNone/>
              <a:defRPr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2pPr>
            <a:lvl3pPr lvl="2"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1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o Content">
  <p:cSld name="15_Title Only_1"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g3f66373b4a9_0_1528"/>
          <p:cNvSpPr/>
          <p:nvPr/>
        </p:nvSpPr>
        <p:spPr>
          <a:xfrm>
            <a:off x="526900" y="976075"/>
            <a:ext cx="709200" cy="189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707" name="Google Shape;707;g3f66373b4a9_0_1528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1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 image_rounded">
  <p:cSld name="15_Title Only_1_2"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3f66373b4a9_0_1531"/>
          <p:cNvSpPr/>
          <p:nvPr/>
        </p:nvSpPr>
        <p:spPr>
          <a:xfrm>
            <a:off x="-20225" y="5039775"/>
            <a:ext cx="9177600" cy="103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710" name="Google Shape;710;g3f66373b4a9_0_1531"/>
          <p:cNvSpPr/>
          <p:nvPr/>
        </p:nvSpPr>
        <p:spPr>
          <a:xfrm>
            <a:off x="526900" y="976075"/>
            <a:ext cx="709200" cy="189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descr=" " id="711" name="Google Shape;711;g3f66373b4a9_0_15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712" name="Google Shape;712;g3f66373b4a9_0_1531"/>
          <p:cNvSpPr/>
          <p:nvPr>
            <p:ph idx="2" type="pic"/>
          </p:nvPr>
        </p:nvSpPr>
        <p:spPr>
          <a:xfrm>
            <a:off x="103350" y="81900"/>
            <a:ext cx="8950800" cy="4979700"/>
          </a:xfrm>
          <a:prstGeom prst="roundRect">
            <a:avLst>
              <a:gd fmla="val 3798" name="adj"/>
            </a:avLst>
          </a:prstGeom>
          <a:noFill/>
          <a:ln>
            <a:noFill/>
          </a:ln>
        </p:spPr>
      </p:sp>
    </p:spTree>
  </p:cSld>
  <p:clrMapOvr>
    <a:masterClrMapping/>
  </p:clrMapOvr>
  <p:transition spd="slow">
    <p:push/>
  </p:transition>
</p:sldLayout>
</file>

<file path=ppt/slideLayouts/slideLayout1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 image_bleed">
  <p:cSld name="15_Title Only_1_2_1"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g3f66373b4a9_0_1536"/>
          <p:cNvSpPr/>
          <p:nvPr/>
        </p:nvSpPr>
        <p:spPr>
          <a:xfrm>
            <a:off x="526900" y="976075"/>
            <a:ext cx="709200" cy="189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descr=" " id="715" name="Google Shape;715;g3f66373b4a9_0_15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716" name="Google Shape;716;g3f66373b4a9_0_1536"/>
          <p:cNvSpPr/>
          <p:nvPr>
            <p:ph idx="2" type="pic"/>
          </p:nvPr>
        </p:nvSpPr>
        <p:spPr>
          <a:xfrm>
            <a:off x="-6700" y="325"/>
            <a:ext cx="9144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transition spd="slow">
    <p:push/>
  </p:transition>
</p:sldLayout>
</file>

<file path=ppt/slideLayouts/slideLayout1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o logo 1">
  <p:cSld name="15_Title Only_1_1">
    <p:bg>
      <p:bgPr>
        <a:solidFill>
          <a:schemeClr val="dk1"/>
        </a:solidFill>
      </p:bgPr>
    </p:bg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g3f66373b4a9_0_1540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1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o title | Twilight 3">
  <p:cSld name="6_Title Only_2_3_4">
    <p:bg>
      <p:bgPr>
        <a:solidFill>
          <a:schemeClr val="accent3"/>
        </a:solidFill>
      </p:bgPr>
    </p:bg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g3f66373b4a9_0_1542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1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| Twilight 3 1">
  <p:cSld name="6_Title Only_2_3_4_1">
    <p:bg>
      <p:bgPr>
        <a:solidFill>
          <a:schemeClr val="accent3"/>
        </a:solidFill>
      </p:bgPr>
    </p:bg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g3f66373b4a9_0_1544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3" name="Google Shape;723;g3f66373b4a9_0_1544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4" name="Google Shape;724;g3f66373b4a9_0_1544"/>
          <p:cNvSpPr txBox="1"/>
          <p:nvPr>
            <p:ph idx="1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sz="11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4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1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Slide | Nodes on the Left | White 1">
  <p:cSld name="4_Custom Layout_2_1_2">
    <p:bg>
      <p:bgPr>
        <a:solidFill>
          <a:schemeClr val="lt1"/>
        </a:solidFill>
      </p:bgPr>
    </p:bg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g3f66373b4a9_0_1548"/>
          <p:cNvSpPr/>
          <p:nvPr/>
        </p:nvSpPr>
        <p:spPr>
          <a:xfrm>
            <a:off x="261600" y="4630175"/>
            <a:ext cx="2553000" cy="468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727" name="Google Shape;727;g3f66373b4a9_0_1548"/>
          <p:cNvSpPr txBox="1"/>
          <p:nvPr>
            <p:ph idx="1" type="body"/>
          </p:nvPr>
        </p:nvSpPr>
        <p:spPr>
          <a:xfrm>
            <a:off x="3670625" y="4491831"/>
            <a:ext cx="35052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lus Jakarta Sans"/>
              <a:buNone/>
              <a:defRPr b="0" i="0" sz="13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228600" lvl="1" marL="914400" algn="l">
              <a:lnSpc>
                <a:spcPct val="129090"/>
              </a:lnSpc>
              <a:spcBef>
                <a:spcPts val="500"/>
              </a:spcBef>
              <a:spcAft>
                <a:spcPts val="0"/>
              </a:spcAft>
              <a:buClr>
                <a:srgbClr val="1F2A32"/>
              </a:buClr>
              <a:buSzPts val="1320"/>
              <a:buFont typeface="Plus Jakarta Sans"/>
              <a:buNone/>
              <a:defRPr>
                <a:solidFill>
                  <a:srgbClr val="1F2A32"/>
                </a:solidFill>
              </a:defRPr>
            </a:lvl2pPr>
            <a:lvl3pPr indent="-3048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4E5661"/>
              </a:buClr>
              <a:buSzPts val="1200"/>
              <a:buChar char="•"/>
              <a:defRPr>
                <a:solidFill>
                  <a:srgbClr val="4E5661"/>
                </a:solidFill>
              </a:defRPr>
            </a:lvl3pPr>
            <a:lvl4pPr indent="-279400" lvl="3" marL="182880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4E5661"/>
              </a:buClr>
              <a:buSzPts val="800"/>
              <a:buChar char="–"/>
              <a:defRPr>
                <a:solidFill>
                  <a:srgbClr val="4E5661"/>
                </a:solidFill>
              </a:defRPr>
            </a:lvl4pPr>
            <a:lvl5pPr indent="-279400" lvl="4" marL="228600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4E5661"/>
              </a:buClr>
              <a:buSzPts val="800"/>
              <a:buChar char="»"/>
              <a:defRPr>
                <a:solidFill>
                  <a:srgbClr val="4E5661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28" name="Google Shape;728;g3f66373b4a9_0_1548"/>
          <p:cNvSpPr/>
          <p:nvPr/>
        </p:nvSpPr>
        <p:spPr>
          <a:xfrm>
            <a:off x="529300" y="991125"/>
            <a:ext cx="1306200" cy="407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729" name="Google Shape;729;g3f66373b4a9_0_154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70625" y="1363032"/>
            <a:ext cx="2321467" cy="285093"/>
          </a:xfrm>
          <a:prstGeom prst="rect">
            <a:avLst/>
          </a:prstGeom>
          <a:noFill/>
          <a:ln>
            <a:noFill/>
          </a:ln>
        </p:spPr>
      </p:pic>
      <p:pic>
        <p:nvPicPr>
          <p:cNvPr id="730" name="Google Shape;730;g3f66373b4a9_0_1548"/>
          <p:cNvPicPr preferRelativeResize="0"/>
          <p:nvPr/>
        </p:nvPicPr>
        <p:blipFill rotWithShape="1">
          <a:blip r:embed="rId3">
            <a:alphaModFix/>
          </a:blip>
          <a:srcRect b="9229" l="50" r="28735" t="23653"/>
          <a:stretch/>
        </p:blipFill>
        <p:spPr>
          <a:xfrm rot="10800000">
            <a:off x="4976" y="-4300"/>
            <a:ext cx="3101374" cy="5148975"/>
          </a:xfrm>
          <a:prstGeom prst="rect">
            <a:avLst/>
          </a:prstGeom>
          <a:noFill/>
          <a:ln>
            <a:noFill/>
          </a:ln>
        </p:spPr>
      </p:pic>
      <p:sp>
        <p:nvSpPr>
          <p:cNvPr id="731" name="Google Shape;731;g3f66373b4a9_0_1548"/>
          <p:cNvSpPr txBox="1"/>
          <p:nvPr>
            <p:ph type="title"/>
          </p:nvPr>
        </p:nvSpPr>
        <p:spPr>
          <a:xfrm>
            <a:off x="3670625" y="2160475"/>
            <a:ext cx="58626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3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32" name="Google Shape;732;g3f66373b4a9_0_1548"/>
          <p:cNvSpPr txBox="1"/>
          <p:nvPr>
            <p:ph idx="2" type="body"/>
          </p:nvPr>
        </p:nvSpPr>
        <p:spPr>
          <a:xfrm>
            <a:off x="3670625" y="2856575"/>
            <a:ext cx="58626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Plus Jakarta Sans SemiBold"/>
              <a:buNone/>
              <a:defRPr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78888"/>
              </a:lnSpc>
              <a:spcBef>
                <a:spcPts val="5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3" name="Google Shape;733;g3f66373b4a9_0_1548"/>
          <p:cNvSpPr txBox="1"/>
          <p:nvPr/>
        </p:nvSpPr>
        <p:spPr>
          <a:xfrm>
            <a:off x="380125" y="4737800"/>
            <a:ext cx="46137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88889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©2025 Cloudera, Inc. All Rights Reserved.</a:t>
            </a:r>
            <a:endParaRPr b="0" i="0" sz="600" u="none" cap="none" strike="noStrike">
              <a:solidFill>
                <a:srgbClr val="88889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1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ody | White">
  <p:cSld name="6_Title Only_3_1_5"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g3f66373b4a9_0_1557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736" name="Google Shape;736;g3f66373b4a9_0_155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737" name="Google Shape;737;g3f66373b4a9_0_1557"/>
          <p:cNvSpPr txBox="1"/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1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8" name="Google Shape;738;g3f66373b4a9_0_1557"/>
          <p:cNvSpPr txBox="1"/>
          <p:nvPr>
            <p:ph idx="1" type="body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lus Jakarta Sans SemiBold"/>
              <a:buNone/>
              <a:defRPr i="0" sz="1100">
                <a:solidFill>
                  <a:schemeClr val="accent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9" name="Google Shape;739;g3f66373b4a9_0_1557"/>
          <p:cNvSpPr txBox="1"/>
          <p:nvPr>
            <p:ph idx="2" type="body"/>
          </p:nvPr>
        </p:nvSpPr>
        <p:spPr>
          <a:xfrm>
            <a:off x="533400" y="1370000"/>
            <a:ext cx="4138200" cy="30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160"/>
              <a:buNone/>
              <a:defRPr/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2160"/>
              <a:buChar char="•"/>
              <a:defRPr>
                <a:solidFill>
                  <a:srgbClr val="000000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>
                <a:solidFill>
                  <a:srgbClr val="000000"/>
                </a:solidFill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>
                <a:solidFill>
                  <a:srgbClr val="000000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1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Column Text 1">
  <p:cSld name="6_Title Only_3_1_1_2"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3f66373b4a9_0_1563"/>
          <p:cNvSpPr txBox="1"/>
          <p:nvPr>
            <p:ph idx="1" type="body"/>
          </p:nvPr>
        </p:nvSpPr>
        <p:spPr>
          <a:xfrm>
            <a:off x="533400" y="1370000"/>
            <a:ext cx="3760200" cy="30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160"/>
              <a:buNone/>
              <a:defRPr/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2160"/>
              <a:buChar char="•"/>
              <a:defRPr>
                <a:solidFill>
                  <a:srgbClr val="000000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>
                <a:solidFill>
                  <a:srgbClr val="000000"/>
                </a:solidFill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>
                <a:solidFill>
                  <a:srgbClr val="000000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742" name="Google Shape;742;g3f66373b4a9_0_1563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743" name="Google Shape;743;g3f66373b4a9_0_156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744" name="Google Shape;744;g3f66373b4a9_0_1563"/>
          <p:cNvSpPr txBox="1"/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1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5" name="Google Shape;745;g3f66373b4a9_0_1563"/>
          <p:cNvSpPr txBox="1"/>
          <p:nvPr>
            <p:ph idx="2" type="body"/>
          </p:nvPr>
        </p:nvSpPr>
        <p:spPr>
          <a:xfrm>
            <a:off x="533400" y="1370000"/>
            <a:ext cx="3760200" cy="30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160"/>
              <a:buNone/>
              <a:defRPr/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2160"/>
              <a:buChar char="•"/>
              <a:defRPr>
                <a:solidFill>
                  <a:srgbClr val="000000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>
                <a:solidFill>
                  <a:srgbClr val="000000"/>
                </a:solidFill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>
                <a:solidFill>
                  <a:srgbClr val="000000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746" name="Google Shape;746;g3f66373b4a9_0_1563"/>
          <p:cNvSpPr txBox="1"/>
          <p:nvPr>
            <p:ph idx="3" type="body"/>
          </p:nvPr>
        </p:nvSpPr>
        <p:spPr>
          <a:xfrm>
            <a:off x="4755900" y="1370000"/>
            <a:ext cx="3760200" cy="30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160"/>
              <a:buNone/>
              <a:defRPr/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2160"/>
              <a:buChar char="•"/>
              <a:defRPr>
                <a:solidFill>
                  <a:srgbClr val="000000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>
                <a:solidFill>
                  <a:srgbClr val="000000"/>
                </a:solidFill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>
                <a:solidFill>
                  <a:srgbClr val="000000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747" name="Google Shape;747;g3f66373b4a9_0_1563"/>
          <p:cNvSpPr txBox="1"/>
          <p:nvPr>
            <p:ph idx="4" type="body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lus Jakarta Sans SemiBold"/>
              <a:buNone/>
              <a:defRPr i="0" sz="1100">
                <a:solidFill>
                  <a:schemeClr val="accent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1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line Image on the Right 1">
  <p:cSld name="6_Title Only_1_3"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g3f66373b4a9_0_1571"/>
          <p:cNvSpPr txBox="1"/>
          <p:nvPr>
            <p:ph idx="1" type="body"/>
          </p:nvPr>
        </p:nvSpPr>
        <p:spPr>
          <a:xfrm>
            <a:off x="533400" y="1370000"/>
            <a:ext cx="39234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0" name="Google Shape;750;g3f66373b4a9_0_1571"/>
          <p:cNvSpPr/>
          <p:nvPr>
            <p:ph idx="2" type="pic"/>
          </p:nvPr>
        </p:nvSpPr>
        <p:spPr>
          <a:xfrm>
            <a:off x="4600100" y="1283925"/>
            <a:ext cx="4064100" cy="3261600"/>
          </a:xfrm>
          <a:prstGeom prst="roundRect">
            <a:avLst>
              <a:gd fmla="val 6744" name="adj"/>
            </a:avLst>
          </a:prstGeom>
          <a:noFill/>
          <a:ln>
            <a:noFill/>
          </a:ln>
        </p:spPr>
      </p:sp>
      <p:sp>
        <p:nvSpPr>
          <p:cNvPr id="751" name="Google Shape;751;g3f66373b4a9_0_1571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752" name="Google Shape;752;g3f66373b4a9_0_157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753" name="Google Shape;753;g3f66373b4a9_0_1571"/>
          <p:cNvSpPr txBox="1"/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1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4" name="Google Shape;754;g3f66373b4a9_0_1571"/>
          <p:cNvSpPr txBox="1"/>
          <p:nvPr>
            <p:ph idx="3" type="body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lus Jakarta Sans SemiBold"/>
              <a:buNone/>
              <a:defRPr i="0" sz="1100">
                <a:solidFill>
                  <a:schemeClr val="accent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1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line Image on the Left 1">
  <p:cSld name="6_Title Only_1_1_1"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g3f66373b4a9_0_1578"/>
          <p:cNvSpPr txBox="1"/>
          <p:nvPr>
            <p:ph idx="1" type="body"/>
          </p:nvPr>
        </p:nvSpPr>
        <p:spPr>
          <a:xfrm>
            <a:off x="4923250" y="1370000"/>
            <a:ext cx="37665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7" name="Google Shape;757;g3f66373b4a9_0_1578"/>
          <p:cNvSpPr/>
          <p:nvPr>
            <p:ph idx="2" type="pic"/>
          </p:nvPr>
        </p:nvSpPr>
        <p:spPr>
          <a:xfrm>
            <a:off x="625675" y="1283925"/>
            <a:ext cx="4064100" cy="3261600"/>
          </a:xfrm>
          <a:prstGeom prst="roundRect">
            <a:avLst>
              <a:gd fmla="val 6744" name="adj"/>
            </a:avLst>
          </a:prstGeom>
          <a:noFill/>
          <a:ln>
            <a:noFill/>
          </a:ln>
        </p:spPr>
      </p:sp>
      <p:sp>
        <p:nvSpPr>
          <p:cNvPr id="758" name="Google Shape;758;g3f66373b4a9_0_1578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759" name="Google Shape;759;g3f66373b4a9_0_157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760" name="Google Shape;760;g3f66373b4a9_0_1578"/>
          <p:cNvSpPr txBox="1"/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1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1" name="Google Shape;761;g3f66373b4a9_0_1578"/>
          <p:cNvSpPr txBox="1"/>
          <p:nvPr>
            <p:ph idx="3" type="body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lus Jakarta Sans SemiBold"/>
              <a:buNone/>
              <a:defRPr i="0" sz="1100">
                <a:solidFill>
                  <a:schemeClr val="accent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1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| White 1">
  <p:cSld name="6_Title Only_2_3_1_1"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3f66373b4a9_0_1585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764" name="Google Shape;764;g3f66373b4a9_0_158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765" name="Google Shape;765;g3f66373b4a9_0_1585"/>
          <p:cNvSpPr txBox="1"/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1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6" name="Google Shape;766;g3f66373b4a9_0_1585"/>
          <p:cNvSpPr txBox="1"/>
          <p:nvPr>
            <p:ph idx="1" type="body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lus Jakarta Sans SemiBold"/>
              <a:buNone/>
              <a:defRPr i="0" sz="1100">
                <a:solidFill>
                  <a:schemeClr val="accent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1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range Nodes Top Right 1 1">
  <p:cSld name="39_Title and Content_1_1">
    <p:bg>
      <p:bgPr>
        <a:solidFill>
          <a:schemeClr val="lt1"/>
        </a:solidFill>
      </p:bgPr>
    </p:bg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g3f66373b4a9_0_1590"/>
          <p:cNvSpPr txBox="1"/>
          <p:nvPr>
            <p:ph idx="1" type="body"/>
          </p:nvPr>
        </p:nvSpPr>
        <p:spPr>
          <a:xfrm>
            <a:off x="533400" y="1370025"/>
            <a:ext cx="7074600" cy="3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None/>
              <a:defRPr/>
            </a:lvl1pPr>
            <a:lvl2pPr indent="-228600" lvl="1" marL="914400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Plus Jakarta Sans"/>
              <a:buNone/>
              <a:defRPr/>
            </a:lvl2pPr>
            <a:lvl3pPr indent="-3048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>
                <a:solidFill>
                  <a:srgbClr val="000000"/>
                </a:solidFill>
              </a:defRPr>
            </a:lvl3pPr>
            <a:lvl4pPr indent="-2921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Char char="–"/>
              <a:defRPr>
                <a:solidFill>
                  <a:srgbClr val="000000"/>
                </a:solidFill>
              </a:defRPr>
            </a:lvl4pPr>
            <a:lvl5pPr indent="-2921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Char char="»"/>
              <a:defRPr>
                <a:solidFill>
                  <a:srgbClr val="000000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769" name="Google Shape;769;g3f66373b4a9_0_1590"/>
          <p:cNvSpPr txBox="1"/>
          <p:nvPr>
            <p:ph idx="11" type="ftr"/>
          </p:nvPr>
        </p:nvSpPr>
        <p:spPr>
          <a:xfrm>
            <a:off x="106675" y="4795501"/>
            <a:ext cx="60390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70" name="Google Shape;770;g3f66373b4a9_0_1590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771" name="Google Shape;771;g3f66373b4a9_0_159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772" name="Google Shape;772;g3f66373b4a9_0_1590"/>
          <p:cNvSpPr txBox="1"/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1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3" name="Google Shape;773;g3f66373b4a9_0_1590"/>
          <p:cNvSpPr txBox="1"/>
          <p:nvPr>
            <p:ph idx="2" type="body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lus Jakarta Sans SemiBold"/>
              <a:buNone/>
              <a:defRPr i="0" sz="1100">
                <a:solidFill>
                  <a:schemeClr val="accent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774" name="Google Shape;774;g3f66373b4a9_0_15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5075" y="0"/>
            <a:ext cx="1532425" cy="3244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1" Type="http://schemas.openxmlformats.org/officeDocument/2006/relationships/theme" Target="../theme/theme2.xml"/><Relationship Id="rId20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98.xml"/><Relationship Id="rId42" Type="http://schemas.openxmlformats.org/officeDocument/2006/relationships/slideLayout" Target="../slideLayouts/slideLayout100.xml"/><Relationship Id="rId41" Type="http://schemas.openxmlformats.org/officeDocument/2006/relationships/slideLayout" Target="../slideLayouts/slideLayout99.xml"/><Relationship Id="rId44" Type="http://schemas.openxmlformats.org/officeDocument/2006/relationships/slideLayout" Target="../slideLayouts/slideLayout102.xml"/><Relationship Id="rId43" Type="http://schemas.openxmlformats.org/officeDocument/2006/relationships/slideLayout" Target="../slideLayouts/slideLayout101.xml"/><Relationship Id="rId46" Type="http://schemas.openxmlformats.org/officeDocument/2006/relationships/slideLayout" Target="../slideLayouts/slideLayout104.xml"/><Relationship Id="rId45" Type="http://schemas.openxmlformats.org/officeDocument/2006/relationships/slideLayout" Target="../slideLayouts/slideLayout103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60.xml"/><Relationship Id="rId3" Type="http://schemas.openxmlformats.org/officeDocument/2006/relationships/slideLayout" Target="../slideLayouts/slideLayout61.xml"/><Relationship Id="rId4" Type="http://schemas.openxmlformats.org/officeDocument/2006/relationships/slideLayout" Target="../slideLayouts/slideLayout62.xml"/><Relationship Id="rId9" Type="http://schemas.openxmlformats.org/officeDocument/2006/relationships/slideLayout" Target="../slideLayouts/slideLayout67.xml"/><Relationship Id="rId48" Type="http://schemas.openxmlformats.org/officeDocument/2006/relationships/slideLayout" Target="../slideLayouts/slideLayout106.xml"/><Relationship Id="rId47" Type="http://schemas.openxmlformats.org/officeDocument/2006/relationships/slideLayout" Target="../slideLayouts/slideLayout105.xml"/><Relationship Id="rId49" Type="http://schemas.openxmlformats.org/officeDocument/2006/relationships/slideLayout" Target="../slideLayouts/slideLayout107.xml"/><Relationship Id="rId5" Type="http://schemas.openxmlformats.org/officeDocument/2006/relationships/slideLayout" Target="../slideLayouts/slideLayout63.xml"/><Relationship Id="rId6" Type="http://schemas.openxmlformats.org/officeDocument/2006/relationships/slideLayout" Target="../slideLayouts/slideLayout64.xml"/><Relationship Id="rId7" Type="http://schemas.openxmlformats.org/officeDocument/2006/relationships/slideLayout" Target="../slideLayouts/slideLayout65.xml"/><Relationship Id="rId8" Type="http://schemas.openxmlformats.org/officeDocument/2006/relationships/slideLayout" Target="../slideLayouts/slideLayout66.xml"/><Relationship Id="rId31" Type="http://schemas.openxmlformats.org/officeDocument/2006/relationships/slideLayout" Target="../slideLayouts/slideLayout89.xml"/><Relationship Id="rId30" Type="http://schemas.openxmlformats.org/officeDocument/2006/relationships/slideLayout" Target="../slideLayouts/slideLayout88.xml"/><Relationship Id="rId33" Type="http://schemas.openxmlformats.org/officeDocument/2006/relationships/slideLayout" Target="../slideLayouts/slideLayout91.xml"/><Relationship Id="rId32" Type="http://schemas.openxmlformats.org/officeDocument/2006/relationships/slideLayout" Target="../slideLayouts/slideLayout90.xml"/><Relationship Id="rId35" Type="http://schemas.openxmlformats.org/officeDocument/2006/relationships/slideLayout" Target="../slideLayouts/slideLayout93.xml"/><Relationship Id="rId34" Type="http://schemas.openxmlformats.org/officeDocument/2006/relationships/slideLayout" Target="../slideLayouts/slideLayout92.xml"/><Relationship Id="rId37" Type="http://schemas.openxmlformats.org/officeDocument/2006/relationships/slideLayout" Target="../slideLayouts/slideLayout95.xml"/><Relationship Id="rId36" Type="http://schemas.openxmlformats.org/officeDocument/2006/relationships/slideLayout" Target="../slideLayouts/slideLayout94.xml"/><Relationship Id="rId39" Type="http://schemas.openxmlformats.org/officeDocument/2006/relationships/slideLayout" Target="../slideLayouts/slideLayout97.xml"/><Relationship Id="rId38" Type="http://schemas.openxmlformats.org/officeDocument/2006/relationships/slideLayout" Target="../slideLayouts/slideLayout96.xml"/><Relationship Id="rId20" Type="http://schemas.openxmlformats.org/officeDocument/2006/relationships/slideLayout" Target="../slideLayouts/slideLayout78.xml"/><Relationship Id="rId22" Type="http://schemas.openxmlformats.org/officeDocument/2006/relationships/slideLayout" Target="../slideLayouts/slideLayout80.xml"/><Relationship Id="rId21" Type="http://schemas.openxmlformats.org/officeDocument/2006/relationships/slideLayout" Target="../slideLayouts/slideLayout79.xml"/><Relationship Id="rId24" Type="http://schemas.openxmlformats.org/officeDocument/2006/relationships/slideLayout" Target="../slideLayouts/slideLayout82.xml"/><Relationship Id="rId23" Type="http://schemas.openxmlformats.org/officeDocument/2006/relationships/slideLayout" Target="../slideLayouts/slideLayout81.xml"/><Relationship Id="rId60" Type="http://schemas.openxmlformats.org/officeDocument/2006/relationships/theme" Target="../theme/theme3.xml"/><Relationship Id="rId26" Type="http://schemas.openxmlformats.org/officeDocument/2006/relationships/slideLayout" Target="../slideLayouts/slideLayout84.xml"/><Relationship Id="rId25" Type="http://schemas.openxmlformats.org/officeDocument/2006/relationships/slideLayout" Target="../slideLayouts/slideLayout83.xml"/><Relationship Id="rId28" Type="http://schemas.openxmlformats.org/officeDocument/2006/relationships/slideLayout" Target="../slideLayouts/slideLayout86.xml"/><Relationship Id="rId27" Type="http://schemas.openxmlformats.org/officeDocument/2006/relationships/slideLayout" Target="../slideLayouts/slideLayout85.xml"/><Relationship Id="rId29" Type="http://schemas.openxmlformats.org/officeDocument/2006/relationships/slideLayout" Target="../slideLayouts/slideLayout87.xml"/><Relationship Id="rId51" Type="http://schemas.openxmlformats.org/officeDocument/2006/relationships/slideLayout" Target="../slideLayouts/slideLayout109.xml"/><Relationship Id="rId50" Type="http://schemas.openxmlformats.org/officeDocument/2006/relationships/slideLayout" Target="../slideLayouts/slideLayout108.xml"/><Relationship Id="rId53" Type="http://schemas.openxmlformats.org/officeDocument/2006/relationships/slideLayout" Target="../slideLayouts/slideLayout111.xml"/><Relationship Id="rId52" Type="http://schemas.openxmlformats.org/officeDocument/2006/relationships/slideLayout" Target="../slideLayouts/slideLayout110.xml"/><Relationship Id="rId11" Type="http://schemas.openxmlformats.org/officeDocument/2006/relationships/slideLayout" Target="../slideLayouts/slideLayout69.xml"/><Relationship Id="rId55" Type="http://schemas.openxmlformats.org/officeDocument/2006/relationships/slideLayout" Target="../slideLayouts/slideLayout113.xml"/><Relationship Id="rId10" Type="http://schemas.openxmlformats.org/officeDocument/2006/relationships/slideLayout" Target="../slideLayouts/slideLayout68.xml"/><Relationship Id="rId54" Type="http://schemas.openxmlformats.org/officeDocument/2006/relationships/slideLayout" Target="../slideLayouts/slideLayout112.xml"/><Relationship Id="rId13" Type="http://schemas.openxmlformats.org/officeDocument/2006/relationships/slideLayout" Target="../slideLayouts/slideLayout71.xml"/><Relationship Id="rId57" Type="http://schemas.openxmlformats.org/officeDocument/2006/relationships/slideLayout" Target="../slideLayouts/slideLayout115.xml"/><Relationship Id="rId12" Type="http://schemas.openxmlformats.org/officeDocument/2006/relationships/slideLayout" Target="../slideLayouts/slideLayout70.xml"/><Relationship Id="rId56" Type="http://schemas.openxmlformats.org/officeDocument/2006/relationships/slideLayout" Target="../slideLayouts/slideLayout114.xml"/><Relationship Id="rId15" Type="http://schemas.openxmlformats.org/officeDocument/2006/relationships/slideLayout" Target="../slideLayouts/slideLayout73.xml"/><Relationship Id="rId59" Type="http://schemas.openxmlformats.org/officeDocument/2006/relationships/slideLayout" Target="../slideLayouts/slideLayout117.xml"/><Relationship Id="rId14" Type="http://schemas.openxmlformats.org/officeDocument/2006/relationships/slideLayout" Target="../slideLayouts/slideLayout72.xml"/><Relationship Id="rId58" Type="http://schemas.openxmlformats.org/officeDocument/2006/relationships/slideLayout" Target="../slideLayouts/slideLayout116.xml"/><Relationship Id="rId17" Type="http://schemas.openxmlformats.org/officeDocument/2006/relationships/slideLayout" Target="../slideLayouts/slideLayout75.xml"/><Relationship Id="rId16" Type="http://schemas.openxmlformats.org/officeDocument/2006/relationships/slideLayout" Target="../slideLayouts/slideLayout74.xml"/><Relationship Id="rId19" Type="http://schemas.openxmlformats.org/officeDocument/2006/relationships/slideLayout" Target="../slideLayouts/slideLayout77.xml"/><Relationship Id="rId18" Type="http://schemas.openxmlformats.org/officeDocument/2006/relationships/slideLayout" Target="../slideLayouts/slideLayout7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f66373b4a9_0_423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Font typeface="Plus Jakarta Sans Medium"/>
              <a:buNone/>
              <a:defRPr b="0" i="0" sz="2000" u="none" cap="none" strike="noStrike">
                <a:solidFill>
                  <a:srgbClr val="120046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g3f66373b4a9_0_423"/>
          <p:cNvSpPr txBox="1"/>
          <p:nvPr>
            <p:ph idx="1" type="body"/>
          </p:nvPr>
        </p:nvSpPr>
        <p:spPr>
          <a:xfrm>
            <a:off x="457200" y="1370013"/>
            <a:ext cx="7982100" cy="3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None/>
              <a:defRPr b="0" i="0" sz="1400" u="none" cap="none" strike="noStrike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228600" lvl="1" marL="914400" marR="0" rtl="0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SzPts val="1440"/>
              <a:buFont typeface="Plus Jakarta Sans"/>
              <a:buNone/>
              <a:defRPr b="0" i="0" sz="1200" u="none" cap="none" strike="noStrike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04800" lvl="2" marL="1371600" marR="0" rtl="0" algn="l">
              <a:spcBef>
                <a:spcPts val="200"/>
              </a:spcBef>
              <a:spcAft>
                <a:spcPts val="0"/>
              </a:spcAft>
              <a:buSzPts val="1200"/>
              <a:buFont typeface="Arial"/>
              <a:buChar char="•"/>
              <a:defRPr b="0" i="0" sz="1000" u="none" cap="none" strike="noStrike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292100" lvl="3" marL="1828800" marR="0" rtl="0" algn="l">
              <a:spcBef>
                <a:spcPts val="200"/>
              </a:spcBef>
              <a:spcAft>
                <a:spcPts val="0"/>
              </a:spcAft>
              <a:buSzPts val="1000"/>
              <a:buFont typeface="Arial"/>
              <a:buChar char="–"/>
              <a:defRPr b="0" i="0" sz="1000" u="none" cap="none" strike="noStrike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292100" lvl="4" marL="2286000" marR="0" rtl="0" algn="l">
              <a:spcBef>
                <a:spcPts val="200"/>
              </a:spcBef>
              <a:spcAft>
                <a:spcPts val="0"/>
              </a:spcAft>
              <a:buSzPts val="1000"/>
              <a:buFont typeface="Arial"/>
              <a:buChar char="»"/>
              <a:defRPr b="0" i="0" sz="1000" u="none" cap="none" strike="noStrike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•"/>
              <a:defRPr b="0" i="0" sz="20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•"/>
              <a:defRPr b="0" i="0" sz="20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•"/>
              <a:defRPr b="0" i="0" sz="20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•"/>
              <a:defRPr b="0" i="0" sz="20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g3f66373b4a9_0_423"/>
          <p:cNvSpPr txBox="1"/>
          <p:nvPr/>
        </p:nvSpPr>
        <p:spPr>
          <a:xfrm>
            <a:off x="380125" y="4737800"/>
            <a:ext cx="46137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88889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©2026 Cloudera, Inc. All Rights Reserved.</a:t>
            </a:r>
            <a:endParaRPr sz="600">
              <a:solidFill>
                <a:srgbClr val="88889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descr=" " id="13" name="Google Shape;13;g3f66373b4a9_0_42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5533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</p:sldLayoutIdLst>
  <p:transition spd="slow">
    <p:push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88">
          <p15:clr>
            <a:srgbClr val="E46962"/>
          </p15:clr>
        </p15:guide>
        <p15:guide id="2" pos="5472">
          <p15:clr>
            <a:srgbClr val="E46962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f66373b4a9_0_1218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Font typeface="Plus Jakarta Sans Medium"/>
              <a:buNone/>
              <a:defRPr b="0" i="0" sz="2000" u="none" cap="none" strike="noStrike">
                <a:solidFill>
                  <a:srgbClr val="120046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97" name="Google Shape;397;g3f66373b4a9_0_1218"/>
          <p:cNvSpPr txBox="1"/>
          <p:nvPr>
            <p:ph idx="1" type="body"/>
          </p:nvPr>
        </p:nvSpPr>
        <p:spPr>
          <a:xfrm>
            <a:off x="457200" y="1370013"/>
            <a:ext cx="7982100" cy="3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None/>
              <a:defRPr b="0" i="0" sz="1400" u="none" cap="none" strike="noStrike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228600" lvl="1" marL="914400" marR="0" rtl="0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SzPts val="1440"/>
              <a:buFont typeface="Plus Jakarta Sans"/>
              <a:buNone/>
              <a:defRPr b="0" i="0" sz="1200" u="none" cap="none" strike="noStrike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04800" lvl="2" marL="1371600" marR="0" rtl="0" algn="l">
              <a:spcBef>
                <a:spcPts val="200"/>
              </a:spcBef>
              <a:spcAft>
                <a:spcPts val="0"/>
              </a:spcAft>
              <a:buSzPts val="1200"/>
              <a:buFont typeface="Arial"/>
              <a:buChar char="•"/>
              <a:defRPr b="0" i="0" sz="1000" u="none" cap="none" strike="noStrike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292100" lvl="3" marL="1828800" marR="0" rtl="0" algn="l">
              <a:spcBef>
                <a:spcPts val="200"/>
              </a:spcBef>
              <a:spcAft>
                <a:spcPts val="0"/>
              </a:spcAft>
              <a:buSzPts val="1000"/>
              <a:buFont typeface="Arial"/>
              <a:buChar char="–"/>
              <a:defRPr b="0" i="0" sz="1000" u="none" cap="none" strike="noStrike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292100" lvl="4" marL="2286000" marR="0" rtl="0" algn="l">
              <a:spcBef>
                <a:spcPts val="200"/>
              </a:spcBef>
              <a:spcAft>
                <a:spcPts val="0"/>
              </a:spcAft>
              <a:buSzPts val="1000"/>
              <a:buFont typeface="Arial"/>
              <a:buChar char="»"/>
              <a:defRPr b="0" i="0" sz="1000" u="none" cap="none" strike="noStrike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•"/>
              <a:defRPr b="0" i="0" sz="20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•"/>
              <a:defRPr b="0" i="0" sz="20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•"/>
              <a:defRPr b="0" i="0" sz="20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•"/>
              <a:defRPr b="0" i="0" sz="20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8" name="Google Shape;398;g3f66373b4a9_0_1218"/>
          <p:cNvSpPr txBox="1"/>
          <p:nvPr/>
        </p:nvSpPr>
        <p:spPr>
          <a:xfrm>
            <a:off x="380125" y="4737800"/>
            <a:ext cx="46137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88889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©2026 Cloudera, Inc. All Rights Reserved.</a:t>
            </a:r>
            <a:endParaRPr sz="600">
              <a:solidFill>
                <a:srgbClr val="88889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descr=" " id="399" name="Google Shape;399;g3f66373b4a9_0_1218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5533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  <p:sldLayoutId id="2147483720" r:id="rId13"/>
    <p:sldLayoutId id="2147483721" r:id="rId14"/>
    <p:sldLayoutId id="2147483722" r:id="rId15"/>
    <p:sldLayoutId id="2147483723" r:id="rId16"/>
    <p:sldLayoutId id="2147483724" r:id="rId17"/>
    <p:sldLayoutId id="2147483725" r:id="rId18"/>
    <p:sldLayoutId id="2147483726" r:id="rId19"/>
    <p:sldLayoutId id="2147483727" r:id="rId20"/>
    <p:sldLayoutId id="2147483728" r:id="rId21"/>
    <p:sldLayoutId id="2147483729" r:id="rId22"/>
    <p:sldLayoutId id="2147483730" r:id="rId23"/>
    <p:sldLayoutId id="2147483731" r:id="rId24"/>
    <p:sldLayoutId id="2147483732" r:id="rId25"/>
    <p:sldLayoutId id="2147483733" r:id="rId26"/>
    <p:sldLayoutId id="2147483734" r:id="rId27"/>
    <p:sldLayoutId id="2147483735" r:id="rId28"/>
    <p:sldLayoutId id="2147483736" r:id="rId29"/>
    <p:sldLayoutId id="2147483737" r:id="rId30"/>
    <p:sldLayoutId id="2147483738" r:id="rId31"/>
    <p:sldLayoutId id="2147483739" r:id="rId32"/>
    <p:sldLayoutId id="2147483740" r:id="rId33"/>
    <p:sldLayoutId id="2147483741" r:id="rId34"/>
    <p:sldLayoutId id="2147483742" r:id="rId35"/>
    <p:sldLayoutId id="2147483743" r:id="rId36"/>
    <p:sldLayoutId id="2147483744" r:id="rId37"/>
    <p:sldLayoutId id="2147483745" r:id="rId38"/>
    <p:sldLayoutId id="2147483746" r:id="rId39"/>
    <p:sldLayoutId id="2147483747" r:id="rId40"/>
    <p:sldLayoutId id="2147483748" r:id="rId41"/>
    <p:sldLayoutId id="2147483749" r:id="rId42"/>
    <p:sldLayoutId id="2147483750" r:id="rId43"/>
    <p:sldLayoutId id="2147483751" r:id="rId44"/>
    <p:sldLayoutId id="2147483752" r:id="rId45"/>
    <p:sldLayoutId id="2147483753" r:id="rId46"/>
    <p:sldLayoutId id="2147483754" r:id="rId47"/>
    <p:sldLayoutId id="2147483755" r:id="rId48"/>
    <p:sldLayoutId id="2147483756" r:id="rId49"/>
    <p:sldLayoutId id="2147483757" r:id="rId50"/>
    <p:sldLayoutId id="2147483758" r:id="rId51"/>
    <p:sldLayoutId id="2147483759" r:id="rId52"/>
    <p:sldLayoutId id="2147483760" r:id="rId53"/>
    <p:sldLayoutId id="2147483761" r:id="rId54"/>
    <p:sldLayoutId id="2147483762" r:id="rId55"/>
    <p:sldLayoutId id="2147483763" r:id="rId56"/>
    <p:sldLayoutId id="2147483764" r:id="rId57"/>
    <p:sldLayoutId id="2147483765" r:id="rId58"/>
    <p:sldLayoutId id="2147483766" r:id="rId59"/>
  </p:sldLayoutIdLst>
  <p:transition spd="slow">
    <p:push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88">
          <p15:clr>
            <a:srgbClr val="E46962"/>
          </p15:clr>
        </p15:guide>
        <p15:guide id="2" pos="5472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1.png"/><Relationship Id="rId4" Type="http://schemas.openxmlformats.org/officeDocument/2006/relationships/image" Target="../media/image26.png"/><Relationship Id="rId5" Type="http://schemas.openxmlformats.org/officeDocument/2006/relationships/image" Target="../media/image32.png"/><Relationship Id="rId6" Type="http://schemas.openxmlformats.org/officeDocument/2006/relationships/image" Target="../media/image2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1"/>
          <p:cNvSpPr txBox="1"/>
          <p:nvPr>
            <p:ph idx="1" type="body"/>
          </p:nvPr>
        </p:nvSpPr>
        <p:spPr>
          <a:xfrm>
            <a:off x="3670625" y="4491831"/>
            <a:ext cx="35052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/>
              <a:t>AI USE CASE DISCOVERY</a:t>
            </a:r>
            <a:endParaRPr/>
          </a:p>
        </p:txBody>
      </p:sp>
      <p:sp>
        <p:nvSpPr>
          <p:cNvPr id="781" name="Google Shape;781;p1"/>
          <p:cNvSpPr txBox="1"/>
          <p:nvPr>
            <p:ph type="title"/>
          </p:nvPr>
        </p:nvSpPr>
        <p:spPr>
          <a:xfrm>
            <a:off x="3670625" y="2160475"/>
            <a:ext cx="49683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 sz="2000">
                <a:solidFill>
                  <a:srgbClr val="120046"/>
                </a:solidFill>
              </a:rPr>
              <a:t>Ready your data. Ground your AI.</a:t>
            </a:r>
            <a:endParaRPr sz="2000">
              <a:solidFill>
                <a:srgbClr val="120046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 sz="2000">
                <a:solidFill>
                  <a:srgbClr val="120046"/>
                </a:solidFill>
              </a:rPr>
              <a:t>Let's find the use cases worth building.</a:t>
            </a:r>
            <a:endParaRPr sz="2000">
              <a:solidFill>
                <a:srgbClr val="120046"/>
              </a:solidFill>
            </a:endParaRPr>
          </a:p>
        </p:txBody>
      </p:sp>
      <p:sp>
        <p:nvSpPr>
          <p:cNvPr id="782" name="Google Shape;782;p1"/>
          <p:cNvSpPr txBox="1"/>
          <p:nvPr>
            <p:ph idx="2" type="body"/>
          </p:nvPr>
        </p:nvSpPr>
        <p:spPr>
          <a:xfrm>
            <a:off x="3670625" y="2856575"/>
            <a:ext cx="47247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Prepared for AEs and SEs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7" name="Google Shape;787;p2"/>
          <p:cNvPicPr preferRelativeResize="0"/>
          <p:nvPr/>
        </p:nvPicPr>
        <p:blipFill rotWithShape="1">
          <a:blip r:embed="rId3">
            <a:alphaModFix/>
          </a:blip>
          <a:srcRect b="5923" l="0" r="0" t="5932"/>
          <a:stretch/>
        </p:blipFill>
        <p:spPr>
          <a:xfrm>
            <a:off x="5383037" y="1535372"/>
            <a:ext cx="2112300" cy="2236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88" name="Google Shape;788;p2"/>
          <p:cNvGrpSpPr/>
          <p:nvPr/>
        </p:nvGrpSpPr>
        <p:grpSpPr>
          <a:xfrm>
            <a:off x="5395377" y="3650397"/>
            <a:ext cx="2087621" cy="609961"/>
            <a:chOff x="5443675" y="3650397"/>
            <a:chExt cx="2087621" cy="609961"/>
          </a:xfrm>
        </p:grpSpPr>
        <p:pic>
          <p:nvPicPr>
            <p:cNvPr id="789" name="Google Shape;789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525196" y="3768657"/>
              <a:ext cx="2006100" cy="491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0" name="Google Shape;790;p2"/>
            <p:cNvSpPr txBox="1"/>
            <p:nvPr/>
          </p:nvSpPr>
          <p:spPr>
            <a:xfrm>
              <a:off x="5443675" y="3650397"/>
              <a:ext cx="1919100" cy="276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66275" lIns="66275" spcFirstLastPara="1" rIns="66275" wrap="square" tIns="6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40">
                  <a:solidFill>
                    <a:srgbClr val="FF550C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AI Specialist &amp; FDE</a:t>
              </a:r>
              <a:endParaRPr b="1" sz="940">
                <a:solidFill>
                  <a:srgbClr val="FF550C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sp>
        <p:nvSpPr>
          <p:cNvPr id="791" name="Google Shape;791;p2"/>
          <p:cNvSpPr txBox="1"/>
          <p:nvPr>
            <p:ph idx="4294967295" type="body"/>
          </p:nvPr>
        </p:nvSpPr>
        <p:spPr>
          <a:xfrm>
            <a:off x="457200" y="1285875"/>
            <a:ext cx="3619500" cy="917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120046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Skilled people burn hours on repetitive, manual steps that don’t scale.</a:t>
            </a:r>
            <a:endParaRPr b="0" sz="1500">
              <a:solidFill>
                <a:srgbClr val="120046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0" lang="en-US" sz="1200">
                <a:solidFill>
                  <a:srgbClr val="FF550D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AI can take that toil, if it truly understands your business.</a:t>
            </a:r>
            <a:endParaRPr sz="1050">
              <a:solidFill>
                <a:srgbClr val="555555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792" name="Google Shape;792;p2"/>
          <p:cNvSpPr txBox="1"/>
          <p:nvPr>
            <p:ph idx="3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Why AI, and why it needs your data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400"/>
              </a:spcAft>
              <a:buNone/>
            </a:pPr>
            <a:r>
              <a:t/>
            </a:r>
            <a:endParaRPr/>
          </a:p>
        </p:txBody>
      </p:sp>
      <p:sp>
        <p:nvSpPr>
          <p:cNvPr id="793" name="Google Shape;793;p2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</p:spPr>
        <p:txBody>
          <a:bodyPr anchorCtr="0" anchor="t" bIns="4570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Your experts spend their days on manual work</a:t>
            </a:r>
            <a:endParaRPr/>
          </a:p>
        </p:txBody>
      </p:sp>
      <p:pic>
        <p:nvPicPr>
          <p:cNvPr id="794" name="Google Shape;794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55119" y="1660598"/>
            <a:ext cx="1540500" cy="144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5" name="Google Shape;795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97622" y="1751948"/>
            <a:ext cx="1665900" cy="1262700"/>
          </a:xfrm>
          <a:prstGeom prst="rect">
            <a:avLst/>
          </a:prstGeom>
          <a:noFill/>
          <a:ln>
            <a:noFill/>
          </a:ln>
        </p:spPr>
      </p:pic>
      <p:sp>
        <p:nvSpPr>
          <p:cNvPr id="796" name="Google Shape;796;p2"/>
          <p:cNvSpPr txBox="1"/>
          <p:nvPr/>
        </p:nvSpPr>
        <p:spPr>
          <a:xfrm>
            <a:off x="766950" y="2822100"/>
            <a:ext cx="3000000" cy="18021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20046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Out of the box it doesn’t:</a:t>
            </a:r>
            <a:r>
              <a:rPr lang="en-US" sz="1100">
                <a:solidFill>
                  <a:srgbClr val="33333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it fills the gaps by guessing.</a:t>
            </a:r>
            <a:endParaRPr sz="1100">
              <a:solidFill>
                <a:srgbClr val="333333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FF550D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Trust erosion:</a:t>
            </a:r>
            <a:r>
              <a:rPr lang="en-US" sz="1050">
                <a:solidFill>
                  <a:srgbClr val="5555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Confident, wrong answers erode trust, and the fix isn't a bigger model. So what's actually missing?</a:t>
            </a:r>
            <a:endParaRPr sz="1050">
              <a:solidFill>
                <a:srgbClr val="555555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50">
                <a:solidFill>
                  <a:schemeClr val="accen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Action: </a:t>
            </a:r>
            <a:r>
              <a:rPr lang="en-US" sz="1050">
                <a:solidFill>
                  <a:schemeClr val="dk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Through a use case discovery workshop, understand your data, your platform, your daily operations, and get ready for AI solutions</a:t>
            </a:r>
            <a:endParaRPr sz="1050">
              <a:solidFill>
                <a:schemeClr val="dk1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  <p:cxnSp>
        <p:nvCxnSpPr>
          <p:cNvPr id="797" name="Google Shape;797;p2"/>
          <p:cNvCxnSpPr>
            <a:stCxn id="791" idx="2"/>
            <a:endCxn id="796" idx="0"/>
          </p:cNvCxnSpPr>
          <p:nvPr/>
        </p:nvCxnSpPr>
        <p:spPr>
          <a:xfrm>
            <a:off x="2266950" y="2203275"/>
            <a:ext cx="0" cy="6189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g3f66373b4a9_0_1603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n-US"/>
              <a:t>The gap isn't capability — it's a missing semantic layer</a:t>
            </a:r>
            <a:endParaRPr/>
          </a:p>
        </p:txBody>
      </p:sp>
      <p:sp>
        <p:nvSpPr>
          <p:cNvPr id="803" name="Google Shape;803;g3f66373b4a9_0_1603"/>
          <p:cNvSpPr txBox="1"/>
          <p:nvPr>
            <p:ph idx="1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</a:pPr>
            <a:r>
              <a:rPr lang="en-US"/>
              <a:t>Why bare RAG + bare Agent hallucinate</a:t>
            </a:r>
            <a:endParaRPr sz="1100">
              <a:solidFill>
                <a:schemeClr val="lt1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sp>
        <p:nvSpPr>
          <p:cNvPr id="804" name="Google Shape;804;g3f66373b4a9_0_1603"/>
          <p:cNvSpPr txBox="1"/>
          <p:nvPr/>
        </p:nvSpPr>
        <p:spPr>
          <a:xfrm>
            <a:off x="566928" y="566928"/>
            <a:ext cx="8138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5" name="Google Shape;805;g3f66373b4a9_0_1603"/>
          <p:cNvSpPr/>
          <p:nvPr/>
        </p:nvSpPr>
        <p:spPr>
          <a:xfrm>
            <a:off x="566928" y="1508760"/>
            <a:ext cx="3657600" cy="2148900"/>
          </a:xfrm>
          <a:prstGeom prst="roundRect">
            <a:avLst>
              <a:gd fmla="val 6000" name="adj"/>
            </a:avLst>
          </a:prstGeom>
          <a:solidFill>
            <a:srgbClr val="2323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6" name="Google Shape;806;g3f66373b4a9_0_1603"/>
          <p:cNvSpPr txBox="1"/>
          <p:nvPr/>
        </p:nvSpPr>
        <p:spPr>
          <a:xfrm>
            <a:off x="795528" y="1691640"/>
            <a:ext cx="3200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Bare RAG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807" name="Google Shape;807;g3f66373b4a9_0_1603"/>
          <p:cNvSpPr txBox="1"/>
          <p:nvPr/>
        </p:nvSpPr>
        <p:spPr>
          <a:xfrm>
            <a:off x="795528" y="2057400"/>
            <a:ext cx="3246000" cy="8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Matches text, not meaning.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C9C9E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Finds a doc with “inventory,” but can't tell ERP-context from WMS-context — two different things.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rgbClr val="F3F3F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Vector similarity ≠ business semantics.</a:t>
            </a:r>
            <a:endParaRPr>
              <a:solidFill>
                <a:srgbClr val="F3F3F3"/>
              </a:solidFill>
            </a:endParaRPr>
          </a:p>
        </p:txBody>
      </p:sp>
      <p:sp>
        <p:nvSpPr>
          <p:cNvPr id="808" name="Google Shape;808;g3f66373b4a9_0_1603"/>
          <p:cNvSpPr/>
          <p:nvPr/>
        </p:nvSpPr>
        <p:spPr>
          <a:xfrm>
            <a:off x="4544568" y="1508760"/>
            <a:ext cx="3657600" cy="2148900"/>
          </a:xfrm>
          <a:prstGeom prst="roundRect">
            <a:avLst>
              <a:gd fmla="val 6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9" name="Google Shape;809;g3f66373b4a9_0_1603"/>
          <p:cNvSpPr txBox="1"/>
          <p:nvPr/>
        </p:nvSpPr>
        <p:spPr>
          <a:xfrm>
            <a:off x="4773168" y="1691640"/>
            <a:ext cx="3200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Bare Agent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10" name="Google Shape;810;g3f66373b4a9_0_1603"/>
          <p:cNvSpPr txBox="1"/>
          <p:nvPr/>
        </p:nvSpPr>
        <p:spPr>
          <a:xfrm>
            <a:off x="4773168" y="2057400"/>
            <a:ext cx="3246000" cy="8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Tools return codes; the LLM guesses meaning.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C9C9E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MATERIAL.ALLOY_CD / defect_cd=7 — the AI has no idea which alloy grade / weld defect it means, so it fills the gap.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rgbClr val="F3F3F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Tools return codes, not meaning.</a:t>
            </a:r>
            <a:endParaRPr>
              <a:solidFill>
                <a:srgbClr val="F3F3F3"/>
              </a:solidFill>
            </a:endParaRPr>
          </a:p>
        </p:txBody>
      </p:sp>
      <p:sp>
        <p:nvSpPr>
          <p:cNvPr id="811" name="Google Shape;811;g3f66373b4a9_0_1603"/>
          <p:cNvSpPr txBox="1"/>
          <p:nvPr/>
        </p:nvSpPr>
        <p:spPr>
          <a:xfrm>
            <a:off x="749808" y="3886200"/>
            <a:ext cx="76443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missing layer that lets AI read data by business meaning = the Ontology.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FE7D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 governed semantic layer, grounded in provenance.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g3f66373b4a9_0_0"/>
          <p:cNvSpPr/>
          <p:nvPr/>
        </p:nvSpPr>
        <p:spPr>
          <a:xfrm>
            <a:off x="5295900" y="732920"/>
            <a:ext cx="3600000" cy="3690000"/>
          </a:xfrm>
          <a:prstGeom prst="roundRect">
            <a:avLst>
              <a:gd fmla="val 16667" name="adj"/>
            </a:avLst>
          </a:prstGeom>
          <a:solidFill>
            <a:srgbClr val="EBF1F4"/>
          </a:solidFill>
          <a:ln>
            <a:noFill/>
          </a:ln>
        </p:spPr>
        <p:txBody>
          <a:bodyPr anchorCtr="0" anchor="ctr" bIns="122425" lIns="122425" spcFirstLastPara="1" rIns="122425" wrap="square" tIns="122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75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817" name="Google Shape;817;g3f66373b4a9_0_0"/>
          <p:cNvSpPr txBox="1"/>
          <p:nvPr/>
        </p:nvSpPr>
        <p:spPr>
          <a:xfrm>
            <a:off x="5950050" y="851860"/>
            <a:ext cx="22917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accent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 Context Layer</a:t>
            </a:r>
            <a:endParaRPr b="1">
              <a:solidFill>
                <a:schemeClr val="accent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818" name="Google Shape;818;g3f66373b4a9_0_0"/>
          <p:cNvSpPr txBox="1"/>
          <p:nvPr>
            <p:ph idx="4294967295" type="body"/>
          </p:nvPr>
        </p:nvSpPr>
        <p:spPr>
          <a:xfrm>
            <a:off x="457200" y="1083750"/>
            <a:ext cx="4602900" cy="308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accent1"/>
                </a:solidFill>
              </a:rPr>
              <a:t>Bring all your data into one platform</a:t>
            </a:r>
            <a:endParaRPr b="1" sz="1200">
              <a:solidFill>
                <a:schemeClr val="accent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000"/>
              <a:buFont typeface="Plus Jakarta Sans"/>
              <a:buChar char="●"/>
            </a:pPr>
            <a:r>
              <a:rPr lang="en-US" sz="1000"/>
              <a:t>Databases, documents, images, logs, and comms in one place</a:t>
            </a:r>
            <a:endParaRPr sz="1000"/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Char char="●"/>
            </a:pPr>
            <a:r>
              <a:rPr lang="en-US" sz="1000"/>
              <a:t>Solves the "where is my data?" problem</a:t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accent1"/>
                </a:solidFill>
              </a:rPr>
              <a:t>Knowledge Silos: the real challenge</a:t>
            </a:r>
            <a:endParaRPr b="1" sz="1200">
              <a:solidFill>
                <a:schemeClr val="accent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000"/>
              <a:buFont typeface="Plus Jakarta Sans"/>
              <a:buChar char="●"/>
            </a:pPr>
            <a:r>
              <a:rPr lang="en-US" sz="1000"/>
              <a:t>Data together ≠ Knowledge connected</a:t>
            </a:r>
            <a:endParaRPr sz="1000"/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Char char="●"/>
            </a:pPr>
            <a:r>
              <a:rPr lang="en-US" sz="1000"/>
              <a:t>Missing semantic relationships and context</a:t>
            </a:r>
            <a:endParaRPr sz="1000"/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Char char="●"/>
            </a:pPr>
            <a:r>
              <a:rPr lang="en-US" sz="1000"/>
              <a:t>Team still can't discover cross-domain insights</a:t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accent5"/>
                </a:solidFill>
              </a:rPr>
              <a:t>The Knowledge Graph</a:t>
            </a:r>
            <a:endParaRPr b="1" sz="1200">
              <a:solidFill>
                <a:schemeClr val="accent5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000"/>
              <a:buFont typeface="Plus Jakarta Sans"/>
              <a:buChar char="●"/>
            </a:pPr>
            <a:r>
              <a:rPr lang="en-US" sz="1000"/>
              <a:t>Entities + Relationships + Semantic Context = Connected Knowledge</a:t>
            </a:r>
            <a:endParaRPr sz="1000"/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Char char="●"/>
            </a:pPr>
            <a:r>
              <a:rPr lang="en-US" sz="1000"/>
              <a:t>Turns a data lake into an intelligent knowledge network</a:t>
            </a:r>
            <a:endParaRPr sz="1000"/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Char char="●"/>
            </a:pPr>
            <a:r>
              <a:rPr lang="en-US" sz="1000"/>
              <a:t>Becomes the context layer that makes AI smarter and grounded</a:t>
            </a:r>
            <a:endParaRPr sz="1000"/>
          </a:p>
          <a:p>
            <a:pPr indent="0" lvl="0" marL="0" rtl="0" algn="l">
              <a:spcBef>
                <a:spcPts val="1200"/>
              </a:spcBef>
              <a:spcAft>
                <a:spcPts val="40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819" name="Google Shape;819;g3f66373b4a9_0_0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</p:spPr>
        <p:txBody>
          <a:bodyPr anchorCtr="0" anchor="t" bIns="4570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 together is not knowledge connected</a:t>
            </a:r>
            <a:endParaRPr/>
          </a:p>
        </p:txBody>
      </p:sp>
      <p:sp>
        <p:nvSpPr>
          <p:cNvPr id="820" name="Google Shape;820;g3f66373b4a9_0_0"/>
          <p:cNvSpPr txBox="1"/>
          <p:nvPr>
            <p:ph idx="2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/>
              <a:t>From Data Driven  to Cognitive </a:t>
            </a:r>
            <a:endParaRPr/>
          </a:p>
        </p:txBody>
      </p:sp>
      <p:grpSp>
        <p:nvGrpSpPr>
          <p:cNvPr id="821" name="Google Shape;821;g3f66373b4a9_0_0"/>
          <p:cNvGrpSpPr/>
          <p:nvPr/>
        </p:nvGrpSpPr>
        <p:grpSpPr>
          <a:xfrm>
            <a:off x="5576539" y="1156422"/>
            <a:ext cx="3038723" cy="3122717"/>
            <a:chOff x="5594109" y="1164042"/>
            <a:chExt cx="3038723" cy="3122717"/>
          </a:xfrm>
        </p:grpSpPr>
        <p:grpSp>
          <p:nvGrpSpPr>
            <p:cNvPr id="822" name="Google Shape;822;g3f66373b4a9_0_0"/>
            <p:cNvGrpSpPr/>
            <p:nvPr/>
          </p:nvGrpSpPr>
          <p:grpSpPr>
            <a:xfrm>
              <a:off x="5672215" y="1279350"/>
              <a:ext cx="2878305" cy="2872305"/>
              <a:chOff x="5485664" y="1089371"/>
              <a:chExt cx="3157767" cy="3157767"/>
            </a:xfrm>
          </p:grpSpPr>
          <p:grpSp>
            <p:nvGrpSpPr>
              <p:cNvPr id="823" name="Google Shape;823;g3f66373b4a9_0_0"/>
              <p:cNvGrpSpPr/>
              <p:nvPr/>
            </p:nvGrpSpPr>
            <p:grpSpPr>
              <a:xfrm>
                <a:off x="5948097" y="1551805"/>
                <a:ext cx="2232900" cy="2232900"/>
                <a:chOff x="5948101" y="1551800"/>
                <a:chExt cx="2232900" cy="2232900"/>
              </a:xfrm>
            </p:grpSpPr>
            <p:cxnSp>
              <p:nvCxnSpPr>
                <p:cNvPr id="824" name="Google Shape;824;g3f66373b4a9_0_0"/>
                <p:cNvCxnSpPr/>
                <p:nvPr/>
              </p:nvCxnSpPr>
              <p:spPr>
                <a:xfrm>
                  <a:off x="7064551" y="1551800"/>
                  <a:ext cx="0" cy="22329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CEDBE4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25" name="Google Shape;825;g3f66373b4a9_0_0"/>
                <p:cNvCxnSpPr/>
                <p:nvPr/>
              </p:nvCxnSpPr>
              <p:spPr>
                <a:xfrm rot="10800000">
                  <a:off x="7064551" y="1551800"/>
                  <a:ext cx="0" cy="22329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CEDBE4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826" name="Google Shape;826;g3f66373b4a9_0_0"/>
              <p:cNvGrpSpPr/>
              <p:nvPr/>
            </p:nvGrpSpPr>
            <p:grpSpPr>
              <a:xfrm rot="2700000">
                <a:off x="5948108" y="1551816"/>
                <a:ext cx="2232879" cy="2232879"/>
                <a:chOff x="5948101" y="1551800"/>
                <a:chExt cx="2232900" cy="2232900"/>
              </a:xfrm>
            </p:grpSpPr>
            <p:cxnSp>
              <p:nvCxnSpPr>
                <p:cNvPr id="827" name="Google Shape;827;g3f66373b4a9_0_0"/>
                <p:cNvCxnSpPr/>
                <p:nvPr/>
              </p:nvCxnSpPr>
              <p:spPr>
                <a:xfrm>
                  <a:off x="7064551" y="1551800"/>
                  <a:ext cx="0" cy="22329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CEDBE4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28" name="Google Shape;828;g3f66373b4a9_0_0"/>
                <p:cNvCxnSpPr/>
                <p:nvPr/>
              </p:nvCxnSpPr>
              <p:spPr>
                <a:xfrm rot="10800000">
                  <a:off x="7064551" y="1551800"/>
                  <a:ext cx="0" cy="22329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CEDBE4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sp>
          <p:nvSpPr>
            <p:cNvPr id="829" name="Google Shape;829;g3f66373b4a9_0_0"/>
            <p:cNvSpPr/>
            <p:nvPr/>
          </p:nvSpPr>
          <p:spPr>
            <a:xfrm>
              <a:off x="5942780" y="1565705"/>
              <a:ext cx="557700" cy="555600"/>
            </a:xfrm>
            <a:prstGeom prst="ellipse">
              <a:avLst/>
            </a:prstGeom>
            <a:solidFill>
              <a:schemeClr val="accent3"/>
            </a:solidFill>
            <a:ln cap="flat" cmpd="sng" w="27075">
              <a:solidFill>
                <a:srgbClr val="FF550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700">
                  <a:solidFill>
                    <a:srgbClr val="FFFFF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Target ID</a:t>
              </a:r>
              <a:endParaRPr b="1" sz="7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830" name="Google Shape;830;g3f66373b4a9_0_0"/>
            <p:cNvSpPr/>
            <p:nvPr/>
          </p:nvSpPr>
          <p:spPr>
            <a:xfrm>
              <a:off x="6834617" y="1164042"/>
              <a:ext cx="557700" cy="555600"/>
            </a:xfrm>
            <a:prstGeom prst="ellipse">
              <a:avLst/>
            </a:prstGeom>
            <a:solidFill>
              <a:srgbClr val="100045"/>
            </a:solidFill>
            <a:ln cap="flat" cmpd="sng" w="27075">
              <a:solidFill>
                <a:srgbClr val="FF550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700">
                  <a:solidFill>
                    <a:srgbClr val="FFFFF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Customers</a:t>
              </a:r>
              <a:endParaRPr b="1" sz="7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831" name="Google Shape;831;g3f66373b4a9_0_0"/>
            <p:cNvSpPr/>
            <p:nvPr/>
          </p:nvSpPr>
          <p:spPr>
            <a:xfrm>
              <a:off x="7708325" y="1565705"/>
              <a:ext cx="557700" cy="555600"/>
            </a:xfrm>
            <a:prstGeom prst="ellipse">
              <a:avLst/>
            </a:prstGeom>
            <a:solidFill>
              <a:srgbClr val="100045"/>
            </a:solidFill>
            <a:ln cap="flat" cmpd="sng" w="27075">
              <a:solidFill>
                <a:srgbClr val="FF550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700">
                  <a:solidFill>
                    <a:srgbClr val="FFFFF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Drug</a:t>
              </a:r>
              <a:br>
                <a:rPr b="1" lang="en-US" sz="700">
                  <a:solidFill>
                    <a:srgbClr val="FFFFF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</a:br>
              <a:r>
                <a:rPr b="1" lang="en-US" sz="700">
                  <a:solidFill>
                    <a:srgbClr val="FFFFF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Dev</a:t>
              </a:r>
              <a:endParaRPr b="1" sz="7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832" name="Google Shape;832;g3f66373b4a9_0_0"/>
            <p:cNvSpPr/>
            <p:nvPr/>
          </p:nvSpPr>
          <p:spPr>
            <a:xfrm>
              <a:off x="5594109" y="2431065"/>
              <a:ext cx="557700" cy="555600"/>
            </a:xfrm>
            <a:prstGeom prst="ellipse">
              <a:avLst/>
            </a:prstGeom>
            <a:solidFill>
              <a:srgbClr val="100045"/>
            </a:solidFill>
            <a:ln cap="flat" cmpd="sng" w="27075">
              <a:solidFill>
                <a:srgbClr val="FF550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700">
                  <a:solidFill>
                    <a:srgbClr val="FFFFF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Clinical</a:t>
              </a:r>
              <a:endParaRPr b="1" sz="7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700">
                  <a:solidFill>
                    <a:srgbClr val="FFFFF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Trials</a:t>
              </a:r>
              <a:endParaRPr b="1" sz="7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833" name="Google Shape;833;g3f66373b4a9_0_0"/>
            <p:cNvSpPr/>
            <p:nvPr/>
          </p:nvSpPr>
          <p:spPr>
            <a:xfrm>
              <a:off x="5942780" y="3322697"/>
              <a:ext cx="557700" cy="555600"/>
            </a:xfrm>
            <a:prstGeom prst="ellipse">
              <a:avLst/>
            </a:prstGeom>
            <a:solidFill>
              <a:srgbClr val="100045"/>
            </a:solidFill>
            <a:ln cap="flat" cmpd="sng" w="27075">
              <a:solidFill>
                <a:srgbClr val="FF550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700">
                  <a:solidFill>
                    <a:srgbClr val="FFFFF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In Vitro Testing</a:t>
              </a:r>
              <a:endParaRPr b="1" sz="7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834" name="Google Shape;834;g3f66373b4a9_0_0"/>
            <p:cNvSpPr/>
            <p:nvPr/>
          </p:nvSpPr>
          <p:spPr>
            <a:xfrm>
              <a:off x="6838631" y="3731160"/>
              <a:ext cx="557700" cy="555600"/>
            </a:xfrm>
            <a:prstGeom prst="ellipse">
              <a:avLst/>
            </a:prstGeom>
            <a:solidFill>
              <a:schemeClr val="accent3"/>
            </a:solidFill>
            <a:ln cap="flat" cmpd="sng" w="27075">
              <a:solidFill>
                <a:srgbClr val="FF550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700">
                  <a:solidFill>
                    <a:srgbClr val="FFFFF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In Vivo Testing</a:t>
              </a:r>
              <a:endParaRPr b="1" sz="7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835" name="Google Shape;835;g3f66373b4a9_0_0"/>
            <p:cNvSpPr/>
            <p:nvPr/>
          </p:nvSpPr>
          <p:spPr>
            <a:xfrm>
              <a:off x="7707778" y="3322152"/>
              <a:ext cx="558300" cy="556200"/>
            </a:xfrm>
            <a:prstGeom prst="ellipse">
              <a:avLst/>
            </a:prstGeom>
            <a:solidFill>
              <a:schemeClr val="accent3"/>
            </a:solidFill>
            <a:ln cap="flat" cmpd="sng" w="27075">
              <a:solidFill>
                <a:srgbClr val="FF550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700">
                  <a:solidFill>
                    <a:srgbClr val="FFFFF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RWD</a:t>
              </a:r>
              <a:endParaRPr b="1" sz="7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836" name="Google Shape;836;g3f66373b4a9_0_0"/>
            <p:cNvSpPr/>
            <p:nvPr/>
          </p:nvSpPr>
          <p:spPr>
            <a:xfrm>
              <a:off x="8074532" y="2430519"/>
              <a:ext cx="558300" cy="556200"/>
            </a:xfrm>
            <a:prstGeom prst="ellipse">
              <a:avLst/>
            </a:prstGeom>
            <a:solidFill>
              <a:schemeClr val="accent3"/>
            </a:solidFill>
            <a:ln cap="flat" cmpd="sng" w="27075">
              <a:solidFill>
                <a:srgbClr val="FF550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700">
                  <a:solidFill>
                    <a:srgbClr val="FFFFF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Internal</a:t>
              </a:r>
              <a:br>
                <a:rPr b="1" lang="en-US" sz="700">
                  <a:solidFill>
                    <a:srgbClr val="FFFFF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</a:br>
              <a:r>
                <a:rPr b="1" lang="en-US" sz="700">
                  <a:solidFill>
                    <a:srgbClr val="FFFFF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Data</a:t>
              </a:r>
              <a:endParaRPr b="1" sz="7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837" name="Google Shape;837;g3f66373b4a9_0_0"/>
            <p:cNvSpPr/>
            <p:nvPr/>
          </p:nvSpPr>
          <p:spPr>
            <a:xfrm>
              <a:off x="6515709" y="2115603"/>
              <a:ext cx="1199700" cy="1197900"/>
            </a:xfrm>
            <a:prstGeom prst="ellipse">
              <a:avLst/>
            </a:prstGeom>
            <a:solidFill>
              <a:srgbClr val="100045"/>
            </a:solidFill>
            <a:ln cap="flat" cmpd="sng" w="27075">
              <a:solidFill>
                <a:srgbClr val="FF550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6600" lIns="86600" spcFirstLastPara="1" rIns="86600" wrap="square" tIns="86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568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pic>
          <p:nvPicPr>
            <p:cNvPr id="838" name="Google Shape;838;g3f66373b4a9_0_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707576" y="2313083"/>
              <a:ext cx="791904" cy="79028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5"/>
          <p:cNvSpPr/>
          <p:nvPr/>
        </p:nvSpPr>
        <p:spPr>
          <a:xfrm>
            <a:off x="502920" y="1417320"/>
            <a:ext cx="3703320" cy="566928"/>
          </a:xfrm>
          <a:prstGeom prst="roundRect">
            <a:avLst>
              <a:gd fmla="val 16667" name="adj"/>
            </a:avLst>
          </a:prstGeom>
          <a:solidFill>
            <a:srgbClr val="F2F1F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25400" lIns="91425" spcFirstLastPara="1" rIns="91425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20046"/>
                </a:solidFill>
                <a:latin typeface="Arial"/>
                <a:ea typeface="Arial"/>
                <a:cs typeface="Arial"/>
                <a:sym typeface="Arial"/>
              </a:rPr>
              <a:t>Your question (plain language)</a:t>
            </a:r>
            <a:endParaRPr/>
          </a:p>
        </p:txBody>
      </p:sp>
      <p:sp>
        <p:nvSpPr>
          <p:cNvPr id="844" name="Google Shape;844;p5"/>
          <p:cNvSpPr/>
          <p:nvPr/>
        </p:nvSpPr>
        <p:spPr>
          <a:xfrm>
            <a:off x="2244852" y="2002536"/>
            <a:ext cx="219456" cy="292608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550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5" name="Google Shape;845;p5"/>
          <p:cNvSpPr/>
          <p:nvPr/>
        </p:nvSpPr>
        <p:spPr>
          <a:xfrm>
            <a:off x="502920" y="2276856"/>
            <a:ext cx="3703320" cy="56692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875">
            <a:solidFill>
              <a:srgbClr val="FF550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25400" lIns="91425" spcFirstLastPara="1" rIns="91425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20046"/>
                </a:solidFill>
                <a:latin typeface="Arial"/>
                <a:ea typeface="Arial"/>
                <a:cs typeface="Arial"/>
                <a:sym typeface="Arial"/>
              </a:rPr>
              <a:t>Map to your vocabulary</a:t>
            </a:r>
            <a:endParaRPr/>
          </a:p>
        </p:txBody>
      </p:sp>
      <p:sp>
        <p:nvSpPr>
          <p:cNvPr id="846" name="Google Shape;846;p5"/>
          <p:cNvSpPr txBox="1"/>
          <p:nvPr/>
        </p:nvSpPr>
        <p:spPr>
          <a:xfrm>
            <a:off x="4076284" y="2429535"/>
            <a:ext cx="8229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550C"/>
                </a:solidFill>
                <a:latin typeface="Arial"/>
                <a:ea typeface="Arial"/>
                <a:cs typeface="Arial"/>
                <a:sym typeface="Arial"/>
              </a:rPr>
              <a:t>TBox</a:t>
            </a:r>
            <a:endParaRPr/>
          </a:p>
        </p:txBody>
      </p:sp>
      <p:sp>
        <p:nvSpPr>
          <p:cNvPr id="847" name="Google Shape;847;p5"/>
          <p:cNvSpPr/>
          <p:nvPr/>
        </p:nvSpPr>
        <p:spPr>
          <a:xfrm>
            <a:off x="2244852" y="2862072"/>
            <a:ext cx="219456" cy="292608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550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8" name="Google Shape;848;p5"/>
          <p:cNvSpPr/>
          <p:nvPr/>
        </p:nvSpPr>
        <p:spPr>
          <a:xfrm>
            <a:off x="502920" y="3136392"/>
            <a:ext cx="3703200" cy="567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875">
            <a:solidFill>
              <a:srgbClr val="FF550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25400" lIns="91425" spcFirstLastPara="1" rIns="91425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20046"/>
                </a:solidFill>
                <a:latin typeface="Arial"/>
                <a:ea typeface="Arial"/>
                <a:cs typeface="Arial"/>
                <a:sym typeface="Arial"/>
              </a:rPr>
              <a:t>Pull the exact governed data</a:t>
            </a:r>
            <a:endParaRPr/>
          </a:p>
        </p:txBody>
      </p:sp>
      <p:sp>
        <p:nvSpPr>
          <p:cNvPr id="849" name="Google Shape;849;p5"/>
          <p:cNvSpPr txBox="1"/>
          <p:nvPr/>
        </p:nvSpPr>
        <p:spPr>
          <a:xfrm>
            <a:off x="4076247" y="3289056"/>
            <a:ext cx="8229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550C"/>
                </a:solidFill>
                <a:latin typeface="Arial"/>
                <a:ea typeface="Arial"/>
                <a:cs typeface="Arial"/>
                <a:sym typeface="Arial"/>
              </a:rPr>
              <a:t>ABox</a:t>
            </a:r>
            <a:endParaRPr/>
          </a:p>
        </p:txBody>
      </p:sp>
      <p:sp>
        <p:nvSpPr>
          <p:cNvPr id="850" name="Google Shape;850;p5"/>
          <p:cNvSpPr/>
          <p:nvPr/>
        </p:nvSpPr>
        <p:spPr>
          <a:xfrm>
            <a:off x="2244852" y="3721608"/>
            <a:ext cx="219456" cy="292608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550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1" name="Google Shape;851;p5"/>
          <p:cNvSpPr/>
          <p:nvPr/>
        </p:nvSpPr>
        <p:spPr>
          <a:xfrm>
            <a:off x="502920" y="3995928"/>
            <a:ext cx="3703320" cy="566928"/>
          </a:xfrm>
          <a:prstGeom prst="roundRect">
            <a:avLst>
              <a:gd fmla="val 16667" name="adj"/>
            </a:avLst>
          </a:prstGeom>
          <a:solidFill>
            <a:srgbClr val="12004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25400" lIns="91425" spcFirstLastPara="1" rIns="91425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Grounded answer</a:t>
            </a:r>
            <a:endParaRPr/>
          </a:p>
        </p:txBody>
      </p:sp>
      <p:sp>
        <p:nvSpPr>
          <p:cNvPr id="852" name="Google Shape;852;p5"/>
          <p:cNvSpPr/>
          <p:nvPr/>
        </p:nvSpPr>
        <p:spPr>
          <a:xfrm>
            <a:off x="5075028" y="1417320"/>
            <a:ext cx="3703200" cy="14172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555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3" name="Google Shape;853;p5"/>
          <p:cNvSpPr txBox="1"/>
          <p:nvPr/>
        </p:nvSpPr>
        <p:spPr>
          <a:xfrm>
            <a:off x="5257908" y="1536192"/>
            <a:ext cx="3383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5253F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TBox — semantic standard (no business data)</a:t>
            </a:r>
            <a:endParaRPr/>
          </a:p>
        </p:txBody>
      </p:sp>
      <p:sp>
        <p:nvSpPr>
          <p:cNvPr id="854" name="Google Shape;854;p5"/>
          <p:cNvSpPr txBox="1"/>
          <p:nvPr/>
        </p:nvSpPr>
        <p:spPr>
          <a:xfrm>
            <a:off x="5257908" y="1874519"/>
            <a:ext cx="3383400" cy="6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Class · Relation · Property · Axiom. </a:t>
            </a:r>
            <a:endParaRPr b="0" i="0" sz="950" u="none" cap="none" strike="noStrike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Auto: Part / BOM / Variant / Supplier / ECN; “part_id globally unique”, “superseded rev not in active BOM”.</a:t>
            </a:r>
            <a:endParaRPr/>
          </a:p>
        </p:txBody>
      </p:sp>
      <p:sp>
        <p:nvSpPr>
          <p:cNvPr id="855" name="Google Shape;855;p5"/>
          <p:cNvSpPr/>
          <p:nvPr/>
        </p:nvSpPr>
        <p:spPr>
          <a:xfrm>
            <a:off x="5120613" y="3159320"/>
            <a:ext cx="3612000" cy="14172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1000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6" name="Google Shape;856;p5"/>
          <p:cNvSpPr txBox="1"/>
          <p:nvPr/>
        </p:nvSpPr>
        <p:spPr>
          <a:xfrm>
            <a:off x="5303493" y="3278192"/>
            <a:ext cx="3291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0014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ABox — instances (read on demand)</a:t>
            </a:r>
            <a:endParaRPr/>
          </a:p>
        </p:txBody>
      </p:sp>
      <p:sp>
        <p:nvSpPr>
          <p:cNvPr id="857" name="Google Shape;857;p5"/>
          <p:cNvSpPr txBox="1"/>
          <p:nvPr/>
        </p:nvSpPr>
        <p:spPr>
          <a:xfrm>
            <a:off x="5303493" y="3616519"/>
            <a:ext cx="3291900" cy="6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Governed rows, read on demand. </a:t>
            </a:r>
            <a:endParaRPr b="0" i="0" sz="950" u="none" cap="none" strike="noStrike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Declarative mapping registers only where-to-fetch &amp; how-to-transform — reads no data, aligns semantics.</a:t>
            </a:r>
            <a:endParaRPr/>
          </a:p>
        </p:txBody>
      </p:sp>
      <p:sp>
        <p:nvSpPr>
          <p:cNvPr id="858" name="Google Shape;858;p5"/>
          <p:cNvSpPr txBox="1"/>
          <p:nvPr>
            <p:ph idx="2" type="subTitle"/>
          </p:nvPr>
        </p:nvSpPr>
        <p:spPr>
          <a:xfrm>
            <a:off x="457200" y="631950"/>
            <a:ext cx="4707600" cy="1848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/>
              <a:t>The ontology, in two parts</a:t>
            </a:r>
            <a:endParaRPr/>
          </a:p>
        </p:txBody>
      </p:sp>
      <p:sp>
        <p:nvSpPr>
          <p:cNvPr id="859" name="Google Shape;859;p5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</p:spPr>
        <p:txBody>
          <a:bodyPr anchorCtr="0" anchor="t" bIns="4570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Give AI your vocabulary: TBox + ABox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g3f664926ee6_0_388"/>
          <p:cNvSpPr/>
          <p:nvPr/>
        </p:nvSpPr>
        <p:spPr>
          <a:xfrm>
            <a:off x="5135750" y="1370025"/>
            <a:ext cx="1783200" cy="868800"/>
          </a:xfrm>
          <a:prstGeom prst="roundRect">
            <a:avLst>
              <a:gd fmla="val 16667" name="adj"/>
            </a:avLst>
          </a:prstGeom>
          <a:solidFill>
            <a:srgbClr val="F2F1F6"/>
          </a:solidFill>
          <a:ln cap="flat" cmpd="sng" w="15875">
            <a:solidFill>
              <a:srgbClr val="FF550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25400" lIns="91425" spcFirstLastPara="1" rIns="91425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20046"/>
                </a:solidFill>
                <a:latin typeface="Arial"/>
                <a:ea typeface="Arial"/>
                <a:cs typeface="Arial"/>
                <a:sym typeface="Arial"/>
              </a:rPr>
              <a:t>Painful, repetitive work</a:t>
            </a:r>
            <a:endParaRPr/>
          </a:p>
        </p:txBody>
      </p:sp>
      <p:sp>
        <p:nvSpPr>
          <p:cNvPr id="865" name="Google Shape;865;g3f664926ee6_0_388"/>
          <p:cNvSpPr txBox="1"/>
          <p:nvPr/>
        </p:nvSpPr>
        <p:spPr>
          <a:xfrm>
            <a:off x="6918830" y="1589481"/>
            <a:ext cx="32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550C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</p:txBody>
      </p:sp>
      <p:sp>
        <p:nvSpPr>
          <p:cNvPr id="866" name="Google Shape;866;g3f664926ee6_0_388"/>
          <p:cNvSpPr/>
          <p:nvPr/>
        </p:nvSpPr>
        <p:spPr>
          <a:xfrm>
            <a:off x="7284590" y="1370025"/>
            <a:ext cx="1783200" cy="868800"/>
          </a:xfrm>
          <a:prstGeom prst="roundRect">
            <a:avLst>
              <a:gd fmla="val 16667" name="adj"/>
            </a:avLst>
          </a:prstGeom>
          <a:solidFill>
            <a:srgbClr val="F2F1F6"/>
          </a:solidFill>
          <a:ln cap="flat" cmpd="sng" w="15875">
            <a:solidFill>
              <a:srgbClr val="FF550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25400" lIns="91425" spcFirstLastPara="1" rIns="91425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20046"/>
                </a:solidFill>
                <a:latin typeface="Arial"/>
                <a:ea typeface="Arial"/>
                <a:cs typeface="Arial"/>
                <a:sym typeface="Arial"/>
              </a:rPr>
              <a:t>Data we can ground</a:t>
            </a:r>
            <a:endParaRPr/>
          </a:p>
        </p:txBody>
      </p:sp>
      <p:sp>
        <p:nvSpPr>
          <p:cNvPr id="867" name="Google Shape;867;g3f664926ee6_0_388"/>
          <p:cNvSpPr/>
          <p:nvPr/>
        </p:nvSpPr>
        <p:spPr>
          <a:xfrm>
            <a:off x="6991982" y="2330145"/>
            <a:ext cx="274200" cy="4572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550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8" name="Google Shape;868;g3f664926ee6_0_388"/>
          <p:cNvSpPr/>
          <p:nvPr/>
        </p:nvSpPr>
        <p:spPr>
          <a:xfrm>
            <a:off x="5455790" y="2942793"/>
            <a:ext cx="3474600" cy="868800"/>
          </a:xfrm>
          <a:prstGeom prst="roundRect">
            <a:avLst>
              <a:gd fmla="val 16667" name="adj"/>
            </a:avLst>
          </a:prstGeom>
          <a:solidFill>
            <a:srgbClr val="12004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25400" lIns="91425" spcFirstLastPara="1" rIns="91425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use case worth building</a:t>
            </a:r>
            <a:endParaRPr/>
          </a:p>
        </p:txBody>
      </p:sp>
      <p:sp>
        <p:nvSpPr>
          <p:cNvPr id="869" name="Google Shape;869;g3f664926ee6_0_388"/>
          <p:cNvSpPr txBox="1"/>
          <p:nvPr>
            <p:ph idx="1" type="body"/>
          </p:nvPr>
        </p:nvSpPr>
        <p:spPr>
          <a:xfrm>
            <a:off x="457200" y="1267650"/>
            <a:ext cx="8077200" cy="4593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us Jakarta Sans"/>
              <a:buNone/>
            </a:pPr>
            <a:r>
              <a:rPr b="1" lang="en-US" sz="1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Signs worth a look</a:t>
            </a:r>
            <a:endParaRPr sz="1100">
              <a:solidFill>
                <a:schemeClr val="accent2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  <a:p>
            <a:pPr indent="0" lvl="0" marL="18288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200">
                <a:solidFill>
                  <a:srgbClr val="1F2A32"/>
                </a:solidFill>
                <a:latin typeface="Arial"/>
                <a:ea typeface="Arial"/>
                <a:cs typeface="Arial"/>
                <a:sym typeface="Arial"/>
              </a:rPr>
              <a:t>•   Repetitive cross-referencing across disconnected systems</a:t>
            </a:r>
            <a:endParaRPr sz="1100">
              <a:solidFill>
                <a:schemeClr val="accent2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  <a:p>
            <a:pPr indent="0" lvl="0" marL="18288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200">
                <a:solidFill>
                  <a:srgbClr val="1F2A32"/>
                </a:solidFill>
                <a:latin typeface="Arial"/>
                <a:ea typeface="Arial"/>
                <a:cs typeface="Arial"/>
                <a:sym typeface="Arial"/>
              </a:rPr>
              <a:t>•   Manual review, triage, and approvals that gate the work</a:t>
            </a:r>
            <a:endParaRPr sz="1100">
              <a:solidFill>
                <a:schemeClr val="accent2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  <a:p>
            <a:pPr indent="0" lvl="0" marL="18288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200">
                <a:solidFill>
                  <a:srgbClr val="1F2A32"/>
                </a:solidFill>
                <a:latin typeface="Arial"/>
                <a:ea typeface="Arial"/>
                <a:cs typeface="Arial"/>
                <a:sym typeface="Arial"/>
              </a:rPr>
              <a:t>•   Answers that live in people’s heads, not any system</a:t>
            </a:r>
            <a:endParaRPr sz="1100">
              <a:solidFill>
                <a:schemeClr val="accent2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200">
              <a:solidFill>
                <a:srgbClr val="1F2A3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US" sz="1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What makes a strong first pick</a:t>
            </a:r>
            <a:endParaRPr sz="1100">
              <a:solidFill>
                <a:schemeClr val="accent2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  <a:p>
            <a:pPr indent="0" lvl="0" marL="18288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200">
                <a:solidFill>
                  <a:srgbClr val="1F2A32"/>
                </a:solidFill>
                <a:latin typeface="Arial"/>
                <a:ea typeface="Arial"/>
                <a:cs typeface="Arial"/>
                <a:sym typeface="Arial"/>
              </a:rPr>
              <a:t>•   The work is painful and repeats often</a:t>
            </a:r>
            <a:endParaRPr sz="1100">
              <a:solidFill>
                <a:schemeClr val="accent2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  <a:p>
            <a:pPr indent="0" lvl="0" marL="18288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200">
                <a:solidFill>
                  <a:srgbClr val="1F2A32"/>
                </a:solidFill>
                <a:latin typeface="Arial"/>
                <a:ea typeface="Arial"/>
                <a:cs typeface="Arial"/>
                <a:sym typeface="Arial"/>
              </a:rPr>
              <a:t>•   The data to ground it exists (that’s your ontology)</a:t>
            </a:r>
            <a:endParaRPr sz="1100">
              <a:solidFill>
                <a:schemeClr val="accent2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  <a:p>
            <a:pPr indent="0" lvl="0" marL="182880" rtl="0" algn="l"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200">
                <a:solidFill>
                  <a:srgbClr val="1F2A32"/>
                </a:solidFill>
                <a:latin typeface="Arial"/>
                <a:ea typeface="Arial"/>
                <a:cs typeface="Arial"/>
                <a:sym typeface="Arial"/>
              </a:rPr>
              <a:t>•   There’s a clear decision or action at the end</a:t>
            </a:r>
            <a:endParaRPr/>
          </a:p>
        </p:txBody>
      </p:sp>
      <p:sp>
        <p:nvSpPr>
          <p:cNvPr id="870" name="Google Shape;870;g3f664926ee6_0_388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</p:spPr>
        <p:txBody>
          <a:bodyPr anchorCtr="0" anchor="t" bIns="4570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Where could AI help in your day-to-day?</a:t>
            </a:r>
            <a:endParaRPr/>
          </a:p>
        </p:txBody>
      </p:sp>
      <p:sp>
        <p:nvSpPr>
          <p:cNvPr id="871" name="Google Shape;871;g3f664926ee6_0_388"/>
          <p:cNvSpPr txBox="1"/>
          <p:nvPr>
            <p:ph idx="2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Now your data can ground AI. So where do we point it first?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4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7"/>
          <p:cNvSpPr txBox="1"/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Font typeface="Plus Jakarta Sans Medium"/>
              <a:buNone/>
            </a:pPr>
            <a:r>
              <a:rPr lang="en-US"/>
              <a:t>Proven agentic workflows on Cloudera</a:t>
            </a:r>
            <a:endParaRPr/>
          </a:p>
        </p:txBody>
      </p:sp>
      <p:sp>
        <p:nvSpPr>
          <p:cNvPr id="878" name="Google Shape;878;p7"/>
          <p:cNvSpPr txBox="1"/>
          <p:nvPr>
            <p:ph idx="4294967295" type="body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Agents that replace manual review, grounded in governed data</a:t>
            </a:r>
            <a:endParaRPr sz="1100">
              <a:solidFill>
                <a:schemeClr val="accent2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"/>
              <a:buNone/>
            </a:pPr>
            <a:r>
              <a:t/>
            </a:r>
            <a:endParaRPr/>
          </a:p>
        </p:txBody>
      </p:sp>
      <p:graphicFrame>
        <p:nvGraphicFramePr>
          <p:cNvPr id="879" name="Google Shape;879;p7"/>
          <p:cNvGraphicFramePr/>
          <p:nvPr/>
        </p:nvGraphicFramePr>
        <p:xfrm>
          <a:off x="642100" y="1317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{F8B61C18-CE59-4B88-8DB6-C4A145070D21}</a:tableStyleId>
              </a:tblPr>
              <a:tblGrid>
                <a:gridCol w="2230475"/>
              </a:tblGrid>
              <a:tr h="308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Banking support</a:t>
                      </a:r>
                      <a:endParaRPr sz="140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  <a:p>
                      <a:pPr indent="0" lvl="1" marL="0" marR="0" rtl="0" algn="l">
                        <a:lnSpc>
                          <a:spcPct val="118333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Chatbot with memory</a:t>
                      </a:r>
                      <a:endParaRPr sz="100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8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accent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Recalls:</a:t>
                      </a:r>
                      <a:r>
                        <a:rPr lang="en-US" sz="100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the customer across every session</a:t>
                      </a:r>
                      <a:endParaRPr sz="100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8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accent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Retrieves:</a:t>
                      </a:r>
                      <a:r>
                        <a:rPr lang="en-US" sz="100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live account data from the lakehouse</a:t>
                      </a:r>
                      <a:endParaRPr sz="100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8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accent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Reasons:</a:t>
                      </a:r>
                      <a:r>
                        <a:rPr lang="en-US" sz="100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over cross-session patterns to escalate</a:t>
                      </a:r>
                      <a:endParaRPr sz="1400" u="none" cap="none" strike="noStrike"/>
                    </a:p>
                  </a:txBody>
                  <a:tcPr marT="91425" marB="91425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8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accent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Result:</a:t>
                      </a:r>
                      <a:r>
                        <a:rPr lang="en-US" sz="100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no more “I explained this last time”</a:t>
                      </a:r>
                      <a:endParaRPr sz="1400" u="none" cap="none" strike="noStrike"/>
                    </a:p>
                  </a:txBody>
                  <a:tcPr marT="91425" marB="91425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80" name="Google Shape;880;p7"/>
          <p:cNvGraphicFramePr/>
          <p:nvPr/>
        </p:nvGraphicFramePr>
        <p:xfrm>
          <a:off x="3148075" y="1317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{F8B61C18-CE59-4B88-8DB6-C4A145070D21}</a:tableStyleId>
              </a:tblPr>
              <a:tblGrid>
                <a:gridCol w="2230475"/>
              </a:tblGrid>
              <a:tr h="308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Trade fraud</a:t>
                      </a:r>
                      <a:endParaRPr sz="140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  <a:p>
                      <a:pPr indent="0" lvl="1" marL="0" marR="0" rtl="0" algn="l">
                        <a:lnSpc>
                          <a:spcPct val="118333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Six-agent pipeline</a:t>
                      </a:r>
                      <a:endParaRPr sz="100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8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accent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Screens:</a:t>
                      </a:r>
                      <a:r>
                        <a:rPr lang="en-US" sz="100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every declaration, not a sample</a:t>
                      </a:r>
                      <a:endParaRPr sz="1400" u="none" cap="none" strike="noStrike"/>
                    </a:p>
                  </a:txBody>
                  <a:tcPr marT="91425" marB="91425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8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accent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Extracts:</a:t>
                      </a:r>
                      <a:r>
                        <a:rPr lang="en-US" sz="100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invoice fields via OCR</a:t>
                      </a:r>
                      <a:endParaRPr sz="1400" u="none" cap="none" strike="noStrike"/>
                    </a:p>
                  </a:txBody>
                  <a:tcPr marT="91425" marB="91425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8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accent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Checks:</a:t>
                      </a:r>
                      <a:r>
                        <a:rPr lang="en-US" sz="100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prices, sanctions, collusion patterns</a:t>
                      </a:r>
                      <a:endParaRPr sz="1400" u="none" cap="none" strike="noStrike"/>
                    </a:p>
                  </a:txBody>
                  <a:tcPr marT="91425" marB="91425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8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accent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Result:</a:t>
                      </a:r>
                      <a:r>
                        <a:rPr lang="en-US" sz="100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30-90 min review → seconds</a:t>
                      </a:r>
                      <a:endParaRPr sz="1400" u="none" cap="none" strike="noStrike"/>
                    </a:p>
                  </a:txBody>
                  <a:tcPr marT="91425" marB="91425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81" name="Google Shape;881;p7"/>
          <p:cNvGraphicFramePr/>
          <p:nvPr/>
        </p:nvGraphicFramePr>
        <p:xfrm>
          <a:off x="5654050" y="1317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{F8B61C18-CE59-4B88-8DB6-C4A145070D21}</a:tableStyleId>
              </a:tblPr>
              <a:tblGrid>
                <a:gridCol w="2230475"/>
              </a:tblGrid>
              <a:tr h="308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Manufacturing</a:t>
                      </a:r>
                      <a:endParaRPr sz="140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  <a:p>
                      <a:pPr indent="0" lvl="1" marL="0" marR="0" rtl="0" algn="l">
                        <a:lnSpc>
                          <a:spcPct val="118333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Defect triage + guardrails</a:t>
                      </a:r>
                      <a:endParaRPr sz="100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8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accent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Grounds:</a:t>
                      </a:r>
                      <a:r>
                        <a:rPr lang="en-US" sz="100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every claim in an SOP § or data row</a:t>
                      </a:r>
                      <a:endParaRPr sz="1400" u="none" cap="none" strike="noStrike"/>
                    </a:p>
                  </a:txBody>
                  <a:tcPr marT="91425" marB="91425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8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accent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Blocks:</a:t>
                      </a:r>
                      <a:r>
                        <a:rPr lang="en-US" sz="100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invented part numbers and action codes</a:t>
                      </a:r>
                      <a:endParaRPr sz="1400" u="none" cap="none" strike="noStrike"/>
                    </a:p>
                  </a:txBody>
                  <a:tcPr marT="91425" marB="91425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8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accent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Abstains:</a:t>
                      </a:r>
                      <a:r>
                        <a:rPr lang="en-US" sz="100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when the evidence is insufficient</a:t>
                      </a:r>
                      <a:endParaRPr sz="1400" u="none" cap="none" strike="noStrike"/>
                    </a:p>
                  </a:txBody>
                  <a:tcPr marT="91425" marB="91425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8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accent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Result:</a:t>
                      </a:r>
                      <a:r>
                        <a:rPr lang="en-US" sz="100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human checks ~100% → &lt;20%</a:t>
                      </a:r>
                      <a:endParaRPr sz="1400" u="none" cap="none" strike="noStrike"/>
                    </a:p>
                  </a:txBody>
                  <a:tcPr marT="91425" marB="91425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g3f664926ee6_0_13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</p:spPr>
        <p:txBody>
          <a:bodyPr anchorCtr="0" anchor="t" bIns="4570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 Discovery Homework: Conduct Interview/Survey</a:t>
            </a:r>
            <a:endParaRPr/>
          </a:p>
        </p:txBody>
      </p:sp>
      <p:sp>
        <p:nvSpPr>
          <p:cNvPr id="888" name="Google Shape;888;g3f664926ee6_0_13"/>
          <p:cNvSpPr txBox="1"/>
          <p:nvPr>
            <p:ph idx="1" type="subTitle"/>
          </p:nvPr>
        </p:nvSpPr>
        <p:spPr>
          <a:xfrm>
            <a:off x="457200" y="631950"/>
            <a:ext cx="7265100" cy="2940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/>
              <a:t>Owner : Field Specialist. Use this when the Customer /SE is not sure what problem to tackle </a:t>
            </a:r>
            <a:endParaRPr/>
          </a:p>
        </p:txBody>
      </p:sp>
      <p:sp>
        <p:nvSpPr>
          <p:cNvPr id="889" name="Google Shape;889;g3f664926ee6_0_13"/>
          <p:cNvSpPr txBox="1"/>
          <p:nvPr/>
        </p:nvSpPr>
        <p:spPr>
          <a:xfrm>
            <a:off x="372425" y="1811775"/>
            <a:ext cx="2506200" cy="19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Plus Jakarta Sans"/>
                <a:ea typeface="Plus Jakarta Sans"/>
                <a:cs typeface="Plus Jakarta Sans"/>
                <a:sym typeface="Plus Jakarta Sans"/>
              </a:rPr>
              <a:t>IDENTIFY THE FRICTION</a:t>
            </a:r>
            <a:endParaRPr sz="2800"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00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  <a:t>Focusing on the pain points where AI typically excels (Repetition, Data Overload, Poor  Prediction).</a:t>
            </a:r>
            <a:endParaRPr i="1" sz="1100">
              <a:solidFill>
                <a:srgbClr val="1F1F1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cxnSp>
        <p:nvCxnSpPr>
          <p:cNvPr id="890" name="Google Shape;890;g3f664926ee6_0_13"/>
          <p:cNvCxnSpPr/>
          <p:nvPr/>
        </p:nvCxnSpPr>
        <p:spPr>
          <a:xfrm>
            <a:off x="3120325" y="1207875"/>
            <a:ext cx="10200" cy="338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91" name="Google Shape;891;g3f664926ee6_0_13"/>
          <p:cNvSpPr txBox="1"/>
          <p:nvPr/>
        </p:nvSpPr>
        <p:spPr>
          <a:xfrm>
            <a:off x="3402150" y="1228000"/>
            <a:ext cx="5375100" cy="31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361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US" sz="1100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  <a:t>The  Identification:</a:t>
            </a:r>
            <a:r>
              <a:rPr lang="en-US" sz="1100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  <a:t> Identify one core process in your department that consumes at least 20% of your team’s weekly manual effort.</a:t>
            </a:r>
            <a:endParaRPr sz="1100">
              <a:solidFill>
                <a:srgbClr val="1F1F1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298450" lvl="1" marL="666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i="1" lang="en-US" sz="1100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  <a:t>Examples: Manually categorizing emails, extracting data from PDFs, summarizing long reports, or verifying invoices.</a:t>
            </a:r>
            <a:endParaRPr i="1" sz="1100">
              <a:solidFill>
                <a:srgbClr val="1F1F1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298450" lvl="0" marL="361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US" sz="1100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  <a:t>The Bottleneck:</a:t>
            </a:r>
            <a:r>
              <a:rPr lang="en-US" sz="1100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  <a:t> In the process mentioned above, what is the primary "blocker"?</a:t>
            </a:r>
            <a:endParaRPr sz="1100">
              <a:solidFill>
                <a:srgbClr val="1F1F1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298450" lvl="1" marL="666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US" sz="1100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  <a:t>[ ] Waiting for human approval/review.</a:t>
            </a:r>
            <a:endParaRPr sz="1100">
              <a:solidFill>
                <a:srgbClr val="1F1F1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298450" lvl="1" marL="666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US" sz="1100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  <a:t>[ ] Accessing data from multiple disparate systems.</a:t>
            </a:r>
            <a:endParaRPr sz="1100">
              <a:solidFill>
                <a:srgbClr val="1F1F1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298450" lvl="1" marL="666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US" sz="1100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  <a:t>[ ] Cleaning or formatting inconsistent data.</a:t>
            </a:r>
            <a:endParaRPr sz="1100">
              <a:solidFill>
                <a:srgbClr val="1F1F1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298450" lvl="1" marL="666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US" sz="1100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  <a:t>[ ] Complex decision-making that requires specialized knowledge.</a:t>
            </a:r>
            <a:endParaRPr sz="1100">
              <a:solidFill>
                <a:srgbClr val="1F1F1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298450" lvl="0" marL="361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US" sz="1100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  <a:t>The "If I Only Knew" Question:</a:t>
            </a:r>
            <a:r>
              <a:rPr lang="en-US" sz="1100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  <a:t> If you could predict one business variable with 90% accuracy (e.g., customer churn, equipment failure, next month's demand), which one would change your strategy the most?</a:t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892" name="Google Shape;892;g3f664926ee6_0_13"/>
          <p:cNvSpPr txBox="1"/>
          <p:nvPr/>
        </p:nvSpPr>
        <p:spPr>
          <a:xfrm>
            <a:off x="3382025" y="4076550"/>
            <a:ext cx="5234100" cy="5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lus Jakarta Sans"/>
                <a:ea typeface="Plus Jakarta Sans"/>
                <a:cs typeface="Plus Jakarta Sans"/>
                <a:sym typeface="Plus Jakarta Sans"/>
              </a:rPr>
              <a:t>IMPORTANT : </a:t>
            </a:r>
            <a:r>
              <a:rPr lang="en-US">
                <a:latin typeface="Plus Jakarta Sans"/>
                <a:ea typeface="Plus Jakarta Sans"/>
                <a:cs typeface="Plus Jakarta Sans"/>
                <a:sym typeface="Plus Jakarta Sans"/>
              </a:rPr>
              <a:t>Use open ended questions, and use GPT tools to get deeper in the customer domain</a:t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g3f664926ee6_0_24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</p:spPr>
        <p:txBody>
          <a:bodyPr anchorCtr="0" anchor="t" bIns="4570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 Discovery Homework: Conduct Interview/Survey</a:t>
            </a:r>
            <a:endParaRPr/>
          </a:p>
        </p:txBody>
      </p:sp>
      <p:sp>
        <p:nvSpPr>
          <p:cNvPr id="899" name="Google Shape;899;g3f664926ee6_0_24"/>
          <p:cNvSpPr txBox="1"/>
          <p:nvPr>
            <p:ph idx="1" type="subTitle"/>
          </p:nvPr>
        </p:nvSpPr>
        <p:spPr>
          <a:xfrm>
            <a:off x="457200" y="631950"/>
            <a:ext cx="7265100" cy="2940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/>
              <a:t>Owner : Field Specialist. Use this when the Customer /SE is not sure what problem to tackle </a:t>
            </a:r>
            <a:endParaRPr/>
          </a:p>
        </p:txBody>
      </p:sp>
      <p:sp>
        <p:nvSpPr>
          <p:cNvPr id="900" name="Google Shape;900;g3f664926ee6_0_24"/>
          <p:cNvSpPr txBox="1"/>
          <p:nvPr/>
        </p:nvSpPr>
        <p:spPr>
          <a:xfrm>
            <a:off x="372425" y="1811775"/>
            <a:ext cx="2506200" cy="19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Plus Jakarta Sans"/>
                <a:ea typeface="Plus Jakarta Sans"/>
                <a:cs typeface="Plus Jakarta Sans"/>
                <a:sym typeface="Plus Jakarta Sans"/>
              </a:rPr>
              <a:t>Data &amp; Tooling Readiness</a:t>
            </a:r>
            <a:endParaRPr sz="2800"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00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  <a:t>Assess availability of the data,  controls and approvals needed</a:t>
            </a:r>
            <a:endParaRPr i="1" sz="1100">
              <a:solidFill>
                <a:srgbClr val="1F1F1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cxnSp>
        <p:nvCxnSpPr>
          <p:cNvPr id="901" name="Google Shape;901;g3f664926ee6_0_24"/>
          <p:cNvCxnSpPr/>
          <p:nvPr/>
        </p:nvCxnSpPr>
        <p:spPr>
          <a:xfrm>
            <a:off x="3120325" y="1207875"/>
            <a:ext cx="10200" cy="338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2" name="Google Shape;902;g3f664926ee6_0_24"/>
          <p:cNvSpPr txBox="1"/>
          <p:nvPr/>
        </p:nvSpPr>
        <p:spPr>
          <a:xfrm>
            <a:off x="3402150" y="1228000"/>
            <a:ext cx="5375100" cy="31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361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US" sz="1100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  <a:t>Data Format:</a:t>
            </a:r>
            <a:r>
              <a:rPr lang="en-US" sz="1100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  <a:t> Where does the information for this process currently live? (Select all that apply)</a:t>
            </a:r>
            <a:endParaRPr sz="1100">
              <a:solidFill>
                <a:srgbClr val="1F1F1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298450" lvl="1" marL="666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US" sz="1100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  <a:t>[ ] Structured Databases (SQL, Snowflake, ERP)</a:t>
            </a:r>
            <a:endParaRPr sz="1100">
              <a:solidFill>
                <a:srgbClr val="1F1F1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298450" lvl="1" marL="666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US" sz="1100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  <a:t>[ ] Unstructured Documents (PDFs, Word, Slide decks)</a:t>
            </a:r>
            <a:endParaRPr sz="1100">
              <a:solidFill>
                <a:srgbClr val="1F1F1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298450" lvl="1" marL="666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US" sz="1100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  <a:t>[ ] Internal Communications (Slack, Emails, Teams)</a:t>
            </a:r>
            <a:endParaRPr sz="1100">
              <a:solidFill>
                <a:srgbClr val="1F1F1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298450" lvl="1" marL="666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US" sz="1100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  <a:t>[ ] Tribal Knowledge (Only lives in people's heads)</a:t>
            </a:r>
            <a:endParaRPr sz="1100">
              <a:solidFill>
                <a:srgbClr val="1F1F1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298450" lvl="0" marL="361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US" sz="1100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  <a:t>Data Quality:</a:t>
            </a:r>
            <a:r>
              <a:rPr lang="en-US" sz="1100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  <a:t> On a scale of 1–5, how much do you trust the accuracy and cleanliness of this data today?</a:t>
            </a:r>
            <a:endParaRPr sz="1100">
              <a:solidFill>
                <a:srgbClr val="1F1F1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298450" lvl="1" marL="666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i="1" lang="en-US" sz="1100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  <a:t>(1 = Total Mess, 5 = Ready for Analysis)</a:t>
            </a:r>
            <a:endParaRPr b="1" sz="1100">
              <a:solidFill>
                <a:srgbClr val="1F1F1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903" name="Google Shape;903;g3f664926ee6_0_24"/>
          <p:cNvSpPr txBox="1"/>
          <p:nvPr/>
        </p:nvSpPr>
        <p:spPr>
          <a:xfrm>
            <a:off x="3382025" y="4076550"/>
            <a:ext cx="5234100" cy="5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lus Jakarta Sans"/>
                <a:ea typeface="Plus Jakarta Sans"/>
                <a:cs typeface="Plus Jakarta Sans"/>
                <a:sym typeface="Plus Jakarta Sans"/>
              </a:rPr>
              <a:t>IMPORTANT : </a:t>
            </a:r>
            <a:r>
              <a:rPr lang="en-US">
                <a:latin typeface="Plus Jakarta Sans"/>
                <a:ea typeface="Plus Jakarta Sans"/>
                <a:cs typeface="Plus Jakarta Sans"/>
                <a:sym typeface="Plus Jakarta Sans"/>
              </a:rPr>
              <a:t>Data Quality and Readiness will be your #1 area where you could get quickly derailed</a:t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g3f664926ee6_0_35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</p:spPr>
        <p:txBody>
          <a:bodyPr anchorCtr="0" anchor="t" bIns="4570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 Discovery Homework: Conduct Interview/Survey</a:t>
            </a:r>
            <a:endParaRPr/>
          </a:p>
        </p:txBody>
      </p:sp>
      <p:sp>
        <p:nvSpPr>
          <p:cNvPr id="910" name="Google Shape;910;g3f664926ee6_0_35"/>
          <p:cNvSpPr txBox="1"/>
          <p:nvPr>
            <p:ph idx="1" type="subTitle"/>
          </p:nvPr>
        </p:nvSpPr>
        <p:spPr>
          <a:xfrm>
            <a:off x="457200" y="631950"/>
            <a:ext cx="7265100" cy="2940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/>
              <a:t>Owner : Field Specialist. Use this when the Customer /SE is not sure what problem to tackle </a:t>
            </a:r>
            <a:endParaRPr/>
          </a:p>
        </p:txBody>
      </p:sp>
      <p:sp>
        <p:nvSpPr>
          <p:cNvPr id="911" name="Google Shape;911;g3f664926ee6_0_35"/>
          <p:cNvSpPr txBox="1"/>
          <p:nvPr/>
        </p:nvSpPr>
        <p:spPr>
          <a:xfrm>
            <a:off x="372425" y="1811775"/>
            <a:ext cx="2506200" cy="19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Plus Jakarta Sans"/>
                <a:ea typeface="Plus Jakarta Sans"/>
                <a:cs typeface="Plus Jakarta Sans"/>
                <a:sym typeface="Plus Jakarta Sans"/>
              </a:rPr>
              <a:t>Strategic Impact</a:t>
            </a:r>
            <a:endParaRPr sz="2800"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00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  <a:t>Helps in prioritization across use cases</a:t>
            </a:r>
            <a:endParaRPr i="1" sz="1100">
              <a:solidFill>
                <a:srgbClr val="1F1F1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cxnSp>
        <p:nvCxnSpPr>
          <p:cNvPr id="912" name="Google Shape;912;g3f664926ee6_0_35"/>
          <p:cNvCxnSpPr/>
          <p:nvPr/>
        </p:nvCxnSpPr>
        <p:spPr>
          <a:xfrm>
            <a:off x="3120325" y="1207875"/>
            <a:ext cx="10200" cy="338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13" name="Google Shape;913;g3f664926ee6_0_35"/>
          <p:cNvSpPr txBox="1"/>
          <p:nvPr/>
        </p:nvSpPr>
        <p:spPr>
          <a:xfrm>
            <a:off x="3402150" y="1228000"/>
            <a:ext cx="5375100" cy="31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361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US" sz="1100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  <a:t>The Value Driver:</a:t>
            </a:r>
            <a:r>
              <a:rPr lang="en-US" sz="1100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  <a:t> If we automated or "augmented" this task with AI, what would be the primary win?</a:t>
            </a:r>
            <a:endParaRPr sz="1100">
              <a:solidFill>
                <a:srgbClr val="1F1F1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298450" lvl="1" marL="666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US" sz="1100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  <a:t>[ ] </a:t>
            </a:r>
            <a:r>
              <a:rPr b="1" lang="en-US" sz="1100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  <a:t>Cost Savings:</a:t>
            </a:r>
            <a:r>
              <a:rPr lang="en-US" sz="1100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  <a:t> Reducing headcount or operational spend.</a:t>
            </a:r>
            <a:endParaRPr sz="1100">
              <a:solidFill>
                <a:srgbClr val="1F1F1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298450" lvl="1" marL="666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US" sz="1100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  <a:t>[ ] </a:t>
            </a:r>
            <a:r>
              <a:rPr b="1" lang="en-US" sz="1100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  <a:t>Velocity:</a:t>
            </a:r>
            <a:r>
              <a:rPr lang="en-US" sz="1100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  <a:t> Doing the same task 10x faster.</a:t>
            </a:r>
            <a:endParaRPr sz="1100">
              <a:solidFill>
                <a:srgbClr val="1F1F1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298450" lvl="1" marL="666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US" sz="1100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  <a:t>[ ] </a:t>
            </a:r>
            <a:r>
              <a:rPr b="1" lang="en-US" sz="1100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  <a:t>Quality:</a:t>
            </a:r>
            <a:r>
              <a:rPr lang="en-US" sz="1100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  <a:t> Reducing human error and increasing consistency.</a:t>
            </a:r>
            <a:endParaRPr sz="1100">
              <a:solidFill>
                <a:srgbClr val="1F1F1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298450" lvl="1" marL="666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US" sz="1100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  <a:t>[ ] </a:t>
            </a:r>
            <a:r>
              <a:rPr b="1" lang="en-US" sz="1100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  <a:t>Revenue:</a:t>
            </a:r>
            <a:r>
              <a:rPr lang="en-US" sz="1100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  <a:t> Creating a new product or better customer experience.</a:t>
            </a:r>
            <a:endParaRPr sz="1100">
              <a:solidFill>
                <a:srgbClr val="1F1F1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298450" lvl="0" marL="361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US" sz="1100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  <a:t>Risk Tolerance:</a:t>
            </a:r>
            <a:r>
              <a:rPr lang="en-US" sz="1100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  <a:t> How "accurate" does this AI need to be for you to trust it?</a:t>
            </a:r>
            <a:endParaRPr sz="1100">
              <a:solidFill>
                <a:srgbClr val="1F1F1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298450" lvl="1" marL="666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US" sz="1100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  <a:t>[ ] </a:t>
            </a:r>
            <a:r>
              <a:rPr b="1" lang="en-US" sz="1100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  <a:t>Low Risk:</a:t>
            </a:r>
            <a:r>
              <a:rPr lang="en-US" sz="1100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  <a:t> 70% accuracy is fine (e.g., internal drafting).</a:t>
            </a:r>
            <a:endParaRPr sz="1100">
              <a:solidFill>
                <a:srgbClr val="1F1F1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298450" lvl="1" marL="666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US" sz="1100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  <a:t>[ ] </a:t>
            </a:r>
            <a:r>
              <a:rPr b="1" lang="en-US" sz="1100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  <a:t>High Risk:</a:t>
            </a:r>
            <a:r>
              <a:rPr lang="en-US" sz="1100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  <a:t> 99% accuracy is required (e.g., financial reporting, legal compliance)</a:t>
            </a:r>
            <a:endParaRPr b="1" sz="1100">
              <a:solidFill>
                <a:srgbClr val="1F1F1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914" name="Google Shape;914;g3f664926ee6_0_35"/>
          <p:cNvSpPr txBox="1"/>
          <p:nvPr/>
        </p:nvSpPr>
        <p:spPr>
          <a:xfrm>
            <a:off x="3382025" y="4076550"/>
            <a:ext cx="5234100" cy="5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lus Jakarta Sans"/>
                <a:ea typeface="Plus Jakarta Sans"/>
                <a:cs typeface="Plus Jakarta Sans"/>
                <a:sym typeface="Plus Jakarta Sans"/>
              </a:rPr>
              <a:t>IMPORTANT : </a:t>
            </a:r>
            <a:r>
              <a:rPr lang="en-US">
                <a:latin typeface="Plus Jakarta Sans"/>
                <a:ea typeface="Plus Jakarta Sans"/>
                <a:cs typeface="Plus Jakarta Sans"/>
                <a:sym typeface="Plus Jakarta Sans"/>
              </a:rPr>
              <a:t>Identifying the Strategic Impact helps the customer also internally sell the project</a:t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g3f664926ee6_0_46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</p:spPr>
        <p:txBody>
          <a:bodyPr anchorCtr="0" anchor="t" bIns="4570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 Discovery Homework: Conduct Interview/Survey</a:t>
            </a:r>
            <a:endParaRPr/>
          </a:p>
        </p:txBody>
      </p:sp>
      <p:sp>
        <p:nvSpPr>
          <p:cNvPr id="921" name="Google Shape;921;g3f664926ee6_0_46"/>
          <p:cNvSpPr txBox="1"/>
          <p:nvPr>
            <p:ph idx="1" type="subTitle"/>
          </p:nvPr>
        </p:nvSpPr>
        <p:spPr>
          <a:xfrm>
            <a:off x="457200" y="631950"/>
            <a:ext cx="7265100" cy="2940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/>
              <a:t>Owner : Field Specialist. Use this when the Customer /SE is not sure what problem to tackle </a:t>
            </a:r>
            <a:endParaRPr/>
          </a:p>
        </p:txBody>
      </p:sp>
      <p:sp>
        <p:nvSpPr>
          <p:cNvPr id="922" name="Google Shape;922;g3f664926ee6_0_46"/>
          <p:cNvSpPr txBox="1"/>
          <p:nvPr/>
        </p:nvSpPr>
        <p:spPr>
          <a:xfrm>
            <a:off x="372425" y="1811775"/>
            <a:ext cx="2506200" cy="19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Plus Jakarta Sans"/>
                <a:ea typeface="Plus Jakarta Sans"/>
                <a:cs typeface="Plus Jakarta Sans"/>
                <a:sym typeface="Plus Jakarta Sans"/>
              </a:rPr>
              <a:t>Blue Sky Idea</a:t>
            </a:r>
            <a:endParaRPr sz="2800"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00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  <a:t>Smart Question to ask in case the customer has an “hidden agenda” and want their own “project” to be priortized</a:t>
            </a:r>
            <a:endParaRPr i="1" sz="1100">
              <a:solidFill>
                <a:srgbClr val="1F1F1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cxnSp>
        <p:nvCxnSpPr>
          <p:cNvPr id="923" name="Google Shape;923;g3f664926ee6_0_46"/>
          <p:cNvCxnSpPr/>
          <p:nvPr/>
        </p:nvCxnSpPr>
        <p:spPr>
          <a:xfrm>
            <a:off x="3120325" y="1207875"/>
            <a:ext cx="10200" cy="338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24" name="Google Shape;924;g3f664926ee6_0_46"/>
          <p:cNvSpPr txBox="1"/>
          <p:nvPr/>
        </p:nvSpPr>
        <p:spPr>
          <a:xfrm>
            <a:off x="3402150" y="1228000"/>
            <a:ext cx="5375100" cy="31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361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US" sz="1100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  <a:t>Blue Sky Thinking:</a:t>
            </a:r>
            <a:r>
              <a:rPr lang="en-US" sz="1100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  <a:t> If you had a "Magic Assistant" that knew everything about your Department/Domains historical data and could answer any question in seconds, what is the first question you would ask it?</a:t>
            </a:r>
            <a:endParaRPr b="1" sz="1100">
              <a:solidFill>
                <a:srgbClr val="1F1F1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925" name="Google Shape;925;g3f664926ee6_0_46"/>
          <p:cNvSpPr txBox="1"/>
          <p:nvPr/>
        </p:nvSpPr>
        <p:spPr>
          <a:xfrm>
            <a:off x="3372225" y="3666625"/>
            <a:ext cx="5234100" cy="5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lus Jakarta Sans"/>
                <a:ea typeface="Plus Jakarta Sans"/>
                <a:cs typeface="Plus Jakarta Sans"/>
                <a:sym typeface="Plus Jakarta Sans"/>
              </a:rPr>
              <a:t>IMPORTANT : </a:t>
            </a:r>
            <a:r>
              <a:rPr lang="en-US">
                <a:latin typeface="Plus Jakarta Sans"/>
                <a:ea typeface="Plus Jakarta Sans"/>
                <a:cs typeface="Plus Jakarta Sans"/>
                <a:sym typeface="Plus Jakarta Sans"/>
              </a:rPr>
              <a:t>Identifying the Strategic Impact helps the customer also internally sell the project, </a:t>
            </a:r>
            <a:r>
              <a:rPr b="1" i="1" lang="en-US">
                <a:latin typeface="Plus Jakarta Sans"/>
                <a:ea typeface="Plus Jakarta Sans"/>
                <a:cs typeface="Plus Jakarta Sans"/>
                <a:sym typeface="Plus Jakarta Sans"/>
              </a:rPr>
              <a:t>Also build your own questionnaire list based on domain or engage Industry Solutions team</a:t>
            </a:r>
            <a:endParaRPr b="1" i="1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9"/>
          <p:cNvSpPr txBox="1"/>
          <p:nvPr>
            <p:ph idx="1" type="body"/>
          </p:nvPr>
        </p:nvSpPr>
        <p:spPr>
          <a:xfrm>
            <a:off x="457200" y="1264922"/>
            <a:ext cx="7074600" cy="3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</a:pPr>
            <a:r>
              <a:rPr lang="en-US"/>
              <a:t>We walk your daily workflows together: the steps, the data, and the tools.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</a:pPr>
            <a:r>
              <a:rPr lang="en-US"/>
              <a:t>We pinpoint where AI agents can take the manual load off your team.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</a:pPr>
            <a:r>
              <a:rPr lang="en-US"/>
              <a:t>It takes about 10 minutes, and it seeds the workshop.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</a:pPr>
            <a:r>
              <a:rPr lang="en-US"/>
              <a:t>Scan the code or open your link to start: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SzPts val="1400"/>
              <a:buChar char="●"/>
            </a:pPr>
            <a:r>
              <a:rPr lang="en-US"/>
              <a:t>http://localhost:3000/d/acme-1a2b3c</a:t>
            </a:r>
            <a:endParaRPr/>
          </a:p>
        </p:txBody>
      </p:sp>
      <p:pic>
        <p:nvPicPr>
          <p:cNvPr descr="image.png" id="932" name="Google Shape;93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40880" y="2651760"/>
            <a:ext cx="1371600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933" name="Google Shape;933;p9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</p:spPr>
        <p:txBody>
          <a:bodyPr anchorCtr="0" anchor="t" bIns="4570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Let’s map your use cases</a:t>
            </a:r>
            <a:endParaRPr/>
          </a:p>
        </p:txBody>
      </p:sp>
      <p:sp>
        <p:nvSpPr>
          <p:cNvPr id="934" name="Google Shape;934;p9"/>
          <p:cNvSpPr txBox="1"/>
          <p:nvPr>
            <p:ph idx="2" type="subTitle"/>
          </p:nvPr>
        </p:nvSpPr>
        <p:spPr>
          <a:xfrm>
            <a:off x="457200" y="631950"/>
            <a:ext cx="7265100" cy="2940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/>
              <a:t>Your discovery deck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loudera Brand Theme">
  <a:themeElements>
    <a:clrScheme name="Cloudera Brand Template ">
      <a:dk1>
        <a:srgbClr val="100045"/>
      </a:dk1>
      <a:lt1>
        <a:srgbClr val="FFFFFF"/>
      </a:lt1>
      <a:dk2>
        <a:srgbClr val="A8AFB9"/>
      </a:dk2>
      <a:lt2>
        <a:srgbClr val="FFFFFF"/>
      </a:lt2>
      <a:accent1>
        <a:srgbClr val="FF550C"/>
      </a:accent1>
      <a:accent2>
        <a:srgbClr val="5555F9"/>
      </a:accent2>
      <a:accent3>
        <a:srgbClr val="110046"/>
      </a:accent3>
      <a:accent4>
        <a:srgbClr val="5555F9"/>
      </a:accent4>
      <a:accent5>
        <a:srgbClr val="FE773C"/>
      </a:accent5>
      <a:accent6>
        <a:srgbClr val="FE8756"/>
      </a:accent6>
      <a:hlink>
        <a:srgbClr val="8789FB"/>
      </a:hlink>
      <a:folHlink>
        <a:srgbClr val="26177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Cloudera Brand Theme">
  <a:themeElements>
    <a:clrScheme name="Cloudera Brand Template ">
      <a:dk1>
        <a:srgbClr val="100045"/>
      </a:dk1>
      <a:lt1>
        <a:srgbClr val="FFFFFF"/>
      </a:lt1>
      <a:dk2>
        <a:srgbClr val="A8AFB9"/>
      </a:dk2>
      <a:lt2>
        <a:srgbClr val="FFFFFF"/>
      </a:lt2>
      <a:accent1>
        <a:srgbClr val="FF550C"/>
      </a:accent1>
      <a:accent2>
        <a:srgbClr val="5555F9"/>
      </a:accent2>
      <a:accent3>
        <a:srgbClr val="110046"/>
      </a:accent3>
      <a:accent4>
        <a:srgbClr val="5555F9"/>
      </a:accent4>
      <a:accent5>
        <a:srgbClr val="FE773C"/>
      </a:accent5>
      <a:accent6>
        <a:srgbClr val="FE8756"/>
      </a:accent6>
      <a:hlink>
        <a:srgbClr val="8789FB"/>
      </a:hlink>
      <a:folHlink>
        <a:srgbClr val="26177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